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9" r:id="rId4"/>
    <p:sldId id="300" r:id="rId6"/>
    <p:sldId id="387" r:id="rId7"/>
    <p:sldId id="388" r:id="rId8"/>
    <p:sldId id="389" r:id="rId9"/>
    <p:sldId id="394" r:id="rId10"/>
    <p:sldId id="390" r:id="rId11"/>
    <p:sldId id="391" r:id="rId12"/>
    <p:sldId id="392" r:id="rId13"/>
  </p:sldIdLst>
  <p:sldSz cx="11522075" cy="6859905"/>
  <p:notesSz cx="6858000" cy="9144000"/>
  <p:custDataLst>
    <p:tags r:id="rId17"/>
  </p:custDataLst>
  <p:defaultTextStyle>
    <a:defPPr>
      <a:defRPr lang="zh-CN"/>
    </a:defPPr>
    <a:lvl1pPr marL="0" lvl="0" indent="0" algn="l" defTabSz="9512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9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74980" lvl="1" indent="-17780" algn="l" defTabSz="95123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9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51230" lvl="2" indent="-36830" algn="l" defTabSz="95123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9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427480" lvl="3" indent="-55880" algn="l" defTabSz="95123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9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903730" lvl="4" indent="-74930" algn="l" defTabSz="95123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9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74930" algn="l" defTabSz="95123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9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74930" algn="l" defTabSz="95123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9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74930" algn="l" defTabSz="95123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9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74930" algn="l" defTabSz="95123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9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66CC"/>
    <a:srgbClr val="0099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173"/>
    <p:restoredTop sz="94660"/>
  </p:normalViewPr>
  <p:slideViewPr>
    <p:cSldViewPr showGuides="1">
      <p:cViewPr>
        <p:scale>
          <a:sx n="125" d="100"/>
          <a:sy n="125" d="100"/>
        </p:scale>
        <p:origin x="-102" y="-72"/>
      </p:cViewPr>
      <p:guideLst>
        <p:guide orient="horz" pos="2161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2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49275" y="685800"/>
            <a:ext cx="57594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75615" marR="0" lvl="1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51865" marR="0" lvl="2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427480" marR="0" lvl="3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903730" marR="0" lvl="4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fontAlgn="base"/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512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75615" algn="l" defTabSz="9512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51865" algn="l" defTabSz="9512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427480" algn="l" defTabSz="9512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903730" algn="l" defTabSz="9512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379345" algn="l" defTabSz="9512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55595" algn="l" defTabSz="9512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31210" algn="l" defTabSz="9512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07460" algn="l" defTabSz="9512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09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09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4156" y="2130920"/>
            <a:ext cx="9793764" cy="1470365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312" y="3887100"/>
            <a:ext cx="8065453" cy="17530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56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1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27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03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793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55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312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07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407922"/>
            <a:ext cx="9793764" cy="1362390"/>
          </a:xfrm>
        </p:spPr>
        <p:txBody>
          <a:bodyPr anchor="t"/>
          <a:lstStyle>
            <a:lvl1pPr algn="l">
              <a:defRPr sz="4200" b="1" cap="all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907387"/>
            <a:ext cx="9793764" cy="1500534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7561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5186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2748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0373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37934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85559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33121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80746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600572"/>
            <a:ext cx="5088916" cy="4527011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600572"/>
            <a:ext cx="5088916" cy="4527011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535469"/>
            <a:ext cx="5090917" cy="639910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5615" indent="0">
              <a:buNone/>
              <a:defRPr sz="2100" b="1"/>
            </a:lvl2pPr>
            <a:lvl3pPr marL="951865" indent="0">
              <a:buNone/>
              <a:defRPr sz="1900" b="1"/>
            </a:lvl3pPr>
            <a:lvl4pPr marL="1427480" indent="0">
              <a:buNone/>
              <a:defRPr sz="1700" b="1"/>
            </a:lvl4pPr>
            <a:lvl5pPr marL="1903730" indent="0">
              <a:buNone/>
              <a:defRPr sz="1700" b="1"/>
            </a:lvl5pPr>
            <a:lvl6pPr marL="2379345" indent="0">
              <a:buNone/>
              <a:defRPr sz="1700" b="1"/>
            </a:lvl6pPr>
            <a:lvl7pPr marL="2855595" indent="0">
              <a:buNone/>
              <a:defRPr sz="1700" b="1"/>
            </a:lvl7pPr>
            <a:lvl8pPr marL="3331210" indent="0">
              <a:buNone/>
              <a:defRPr sz="1700" b="1"/>
            </a:lvl8pPr>
            <a:lvl9pPr marL="3807460" indent="0">
              <a:buNone/>
              <a:defRPr sz="17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175379"/>
            <a:ext cx="5090917" cy="3952203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5" y="1535469"/>
            <a:ext cx="5092917" cy="639910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5615" indent="0">
              <a:buNone/>
              <a:defRPr sz="2100" b="1"/>
            </a:lvl2pPr>
            <a:lvl3pPr marL="951865" indent="0">
              <a:buNone/>
              <a:defRPr sz="1900" b="1"/>
            </a:lvl3pPr>
            <a:lvl4pPr marL="1427480" indent="0">
              <a:buNone/>
              <a:defRPr sz="1700" b="1"/>
            </a:lvl4pPr>
            <a:lvl5pPr marL="1903730" indent="0">
              <a:buNone/>
              <a:defRPr sz="1700" b="1"/>
            </a:lvl5pPr>
            <a:lvl6pPr marL="2379345" indent="0">
              <a:buNone/>
              <a:defRPr sz="1700" b="1"/>
            </a:lvl6pPr>
            <a:lvl7pPr marL="2855595" indent="0">
              <a:buNone/>
              <a:defRPr sz="1700" b="1"/>
            </a:lvl7pPr>
            <a:lvl8pPr marL="3331210" indent="0">
              <a:buNone/>
              <a:defRPr sz="1700" b="1"/>
            </a:lvl8pPr>
            <a:lvl9pPr marL="3807460" indent="0">
              <a:buNone/>
              <a:defRPr sz="17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5" y="2175379"/>
            <a:ext cx="5092917" cy="3952203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4" y="273113"/>
            <a:ext cx="3790684" cy="1162319"/>
          </a:xfrm>
        </p:spPr>
        <p:txBody>
          <a:bodyPr anchor="b"/>
          <a:lstStyle>
            <a:lvl1pPr algn="l">
              <a:defRPr sz="2100" b="1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2" y="273115"/>
            <a:ext cx="6441160" cy="5854468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4" y="1435434"/>
            <a:ext cx="3790684" cy="4692149"/>
          </a:xfrm>
        </p:spPr>
        <p:txBody>
          <a:bodyPr/>
          <a:lstStyle>
            <a:lvl1pPr marL="0" indent="0">
              <a:buNone/>
              <a:defRPr sz="1500"/>
            </a:lvl1pPr>
            <a:lvl2pPr marL="475615" indent="0">
              <a:buNone/>
              <a:defRPr sz="1200"/>
            </a:lvl2pPr>
            <a:lvl3pPr marL="951865" indent="0">
              <a:buNone/>
              <a:defRPr sz="1000"/>
            </a:lvl3pPr>
            <a:lvl4pPr marL="1427480" indent="0">
              <a:buNone/>
              <a:defRPr sz="900"/>
            </a:lvl4pPr>
            <a:lvl5pPr marL="1903730" indent="0">
              <a:buNone/>
              <a:defRPr sz="900"/>
            </a:lvl5pPr>
            <a:lvl6pPr marL="2379345" indent="0">
              <a:buNone/>
              <a:defRPr sz="900"/>
            </a:lvl6pPr>
            <a:lvl7pPr marL="2855595" indent="0">
              <a:buNone/>
              <a:defRPr sz="900"/>
            </a:lvl7pPr>
            <a:lvl8pPr marL="3331210" indent="0">
              <a:buNone/>
              <a:defRPr sz="900"/>
            </a:lvl8pPr>
            <a:lvl9pPr marL="380746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801712"/>
            <a:ext cx="6913245" cy="566869"/>
          </a:xfrm>
        </p:spPr>
        <p:txBody>
          <a:bodyPr anchor="b"/>
          <a:lstStyle>
            <a:lvl1pPr algn="l">
              <a:defRPr sz="2100" b="1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612917"/>
            <a:ext cx="6913245" cy="4115753"/>
          </a:xfrm>
        </p:spPr>
        <p:txBody>
          <a:bodyPr vert="horz" lIns="95180" tIns="47590" rIns="95180" bIns="47590" rtlCol="0">
            <a:normAutofit/>
          </a:bodyPr>
          <a:lstStyle>
            <a:lvl1pPr marL="0" indent="0">
              <a:buNone/>
              <a:defRPr sz="3300"/>
            </a:lvl1pPr>
            <a:lvl2pPr marL="475615" indent="0">
              <a:buNone/>
              <a:defRPr sz="2900"/>
            </a:lvl2pPr>
            <a:lvl3pPr marL="951865" indent="0">
              <a:buNone/>
              <a:defRPr sz="2500"/>
            </a:lvl3pPr>
            <a:lvl4pPr marL="1427480" indent="0">
              <a:buNone/>
              <a:defRPr sz="2100"/>
            </a:lvl4pPr>
            <a:lvl5pPr marL="1903730" indent="0">
              <a:buNone/>
              <a:defRPr sz="2100"/>
            </a:lvl5pPr>
            <a:lvl6pPr marL="2379345" indent="0">
              <a:buNone/>
              <a:defRPr sz="2100"/>
            </a:lvl6pPr>
            <a:lvl7pPr marL="2855595" indent="0">
              <a:buNone/>
              <a:defRPr sz="2100"/>
            </a:lvl7pPr>
            <a:lvl8pPr marL="3331210" indent="0">
              <a:buNone/>
              <a:defRPr sz="2100"/>
            </a:lvl8pPr>
            <a:lvl9pPr marL="3807460" indent="0">
              <a:buNone/>
              <a:defRPr sz="2100"/>
            </a:lvl9pPr>
          </a:lstStyle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368581"/>
            <a:ext cx="6913245" cy="805048"/>
          </a:xfrm>
        </p:spPr>
        <p:txBody>
          <a:bodyPr/>
          <a:lstStyle>
            <a:lvl1pPr marL="0" indent="0">
              <a:buNone/>
              <a:defRPr sz="1500"/>
            </a:lvl1pPr>
            <a:lvl2pPr marL="475615" indent="0">
              <a:buNone/>
              <a:defRPr sz="1200"/>
            </a:lvl2pPr>
            <a:lvl3pPr marL="951865" indent="0">
              <a:buNone/>
              <a:defRPr sz="1000"/>
            </a:lvl3pPr>
            <a:lvl4pPr marL="1427480" indent="0">
              <a:buNone/>
              <a:defRPr sz="900"/>
            </a:lvl4pPr>
            <a:lvl5pPr marL="1903730" indent="0">
              <a:buNone/>
              <a:defRPr sz="900"/>
            </a:lvl5pPr>
            <a:lvl6pPr marL="2379345" indent="0">
              <a:buNone/>
              <a:defRPr sz="900"/>
            </a:lvl6pPr>
            <a:lvl7pPr marL="2855595" indent="0">
              <a:buNone/>
              <a:defRPr sz="900"/>
            </a:lvl7pPr>
            <a:lvl8pPr marL="3331210" indent="0">
              <a:buNone/>
              <a:defRPr sz="900"/>
            </a:lvl8pPr>
            <a:lvl9pPr marL="380746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5" y="274703"/>
            <a:ext cx="2592467" cy="5852880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74703"/>
            <a:ext cx="7585366" cy="5852880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4156" y="2130920"/>
            <a:ext cx="9793764" cy="1470365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312" y="3887100"/>
            <a:ext cx="8065453" cy="17530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56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1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27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03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793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55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312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07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407922"/>
            <a:ext cx="9793764" cy="1362390"/>
          </a:xfrm>
        </p:spPr>
        <p:txBody>
          <a:bodyPr anchor="t"/>
          <a:lstStyle>
            <a:lvl1pPr algn="l">
              <a:defRPr sz="4200" b="1" cap="all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907387"/>
            <a:ext cx="9793764" cy="1500534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7561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5186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2748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0373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37934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85559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33121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80746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600572"/>
            <a:ext cx="5088916" cy="4527011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600572"/>
            <a:ext cx="5088916" cy="4527011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535469"/>
            <a:ext cx="5090917" cy="639910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5615" indent="0">
              <a:buNone/>
              <a:defRPr sz="2100" b="1"/>
            </a:lvl2pPr>
            <a:lvl3pPr marL="951865" indent="0">
              <a:buNone/>
              <a:defRPr sz="1900" b="1"/>
            </a:lvl3pPr>
            <a:lvl4pPr marL="1427480" indent="0">
              <a:buNone/>
              <a:defRPr sz="1700" b="1"/>
            </a:lvl4pPr>
            <a:lvl5pPr marL="1903730" indent="0">
              <a:buNone/>
              <a:defRPr sz="1700" b="1"/>
            </a:lvl5pPr>
            <a:lvl6pPr marL="2379345" indent="0">
              <a:buNone/>
              <a:defRPr sz="1700" b="1"/>
            </a:lvl6pPr>
            <a:lvl7pPr marL="2855595" indent="0">
              <a:buNone/>
              <a:defRPr sz="1700" b="1"/>
            </a:lvl7pPr>
            <a:lvl8pPr marL="3331210" indent="0">
              <a:buNone/>
              <a:defRPr sz="1700" b="1"/>
            </a:lvl8pPr>
            <a:lvl9pPr marL="3807460" indent="0">
              <a:buNone/>
              <a:defRPr sz="17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175379"/>
            <a:ext cx="5090917" cy="3952203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5" y="1535469"/>
            <a:ext cx="5092917" cy="639910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5615" indent="0">
              <a:buNone/>
              <a:defRPr sz="2100" b="1"/>
            </a:lvl2pPr>
            <a:lvl3pPr marL="951865" indent="0">
              <a:buNone/>
              <a:defRPr sz="1900" b="1"/>
            </a:lvl3pPr>
            <a:lvl4pPr marL="1427480" indent="0">
              <a:buNone/>
              <a:defRPr sz="1700" b="1"/>
            </a:lvl4pPr>
            <a:lvl5pPr marL="1903730" indent="0">
              <a:buNone/>
              <a:defRPr sz="1700" b="1"/>
            </a:lvl5pPr>
            <a:lvl6pPr marL="2379345" indent="0">
              <a:buNone/>
              <a:defRPr sz="1700" b="1"/>
            </a:lvl6pPr>
            <a:lvl7pPr marL="2855595" indent="0">
              <a:buNone/>
              <a:defRPr sz="1700" b="1"/>
            </a:lvl7pPr>
            <a:lvl8pPr marL="3331210" indent="0">
              <a:buNone/>
              <a:defRPr sz="1700" b="1"/>
            </a:lvl8pPr>
            <a:lvl9pPr marL="3807460" indent="0">
              <a:buNone/>
              <a:defRPr sz="17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5" y="2175379"/>
            <a:ext cx="5092917" cy="3952203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4" y="273113"/>
            <a:ext cx="3790684" cy="1162319"/>
          </a:xfrm>
        </p:spPr>
        <p:txBody>
          <a:bodyPr anchor="b"/>
          <a:lstStyle>
            <a:lvl1pPr algn="l">
              <a:defRPr sz="2100" b="1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2" y="273115"/>
            <a:ext cx="6441160" cy="5854468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4" y="1435434"/>
            <a:ext cx="3790684" cy="4692149"/>
          </a:xfrm>
        </p:spPr>
        <p:txBody>
          <a:bodyPr/>
          <a:lstStyle>
            <a:lvl1pPr marL="0" indent="0">
              <a:buNone/>
              <a:defRPr sz="1500"/>
            </a:lvl1pPr>
            <a:lvl2pPr marL="475615" indent="0">
              <a:buNone/>
              <a:defRPr sz="1200"/>
            </a:lvl2pPr>
            <a:lvl3pPr marL="951865" indent="0">
              <a:buNone/>
              <a:defRPr sz="1000"/>
            </a:lvl3pPr>
            <a:lvl4pPr marL="1427480" indent="0">
              <a:buNone/>
              <a:defRPr sz="900"/>
            </a:lvl4pPr>
            <a:lvl5pPr marL="1903730" indent="0">
              <a:buNone/>
              <a:defRPr sz="900"/>
            </a:lvl5pPr>
            <a:lvl6pPr marL="2379345" indent="0">
              <a:buNone/>
              <a:defRPr sz="900"/>
            </a:lvl6pPr>
            <a:lvl7pPr marL="2855595" indent="0">
              <a:buNone/>
              <a:defRPr sz="900"/>
            </a:lvl7pPr>
            <a:lvl8pPr marL="3331210" indent="0">
              <a:buNone/>
              <a:defRPr sz="900"/>
            </a:lvl8pPr>
            <a:lvl9pPr marL="380746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801712"/>
            <a:ext cx="6913245" cy="566869"/>
          </a:xfrm>
        </p:spPr>
        <p:txBody>
          <a:bodyPr anchor="b"/>
          <a:lstStyle>
            <a:lvl1pPr algn="l">
              <a:defRPr sz="2100" b="1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612917"/>
            <a:ext cx="6913245" cy="4115753"/>
          </a:xfrm>
        </p:spPr>
        <p:txBody>
          <a:bodyPr vert="horz" lIns="95180" tIns="47590" rIns="95180" bIns="47590" rtlCol="0">
            <a:normAutofit/>
          </a:bodyPr>
          <a:lstStyle>
            <a:lvl1pPr marL="0" indent="0">
              <a:buNone/>
              <a:defRPr sz="3300"/>
            </a:lvl1pPr>
            <a:lvl2pPr marL="475615" indent="0">
              <a:buNone/>
              <a:defRPr sz="2900"/>
            </a:lvl2pPr>
            <a:lvl3pPr marL="951865" indent="0">
              <a:buNone/>
              <a:defRPr sz="2500"/>
            </a:lvl3pPr>
            <a:lvl4pPr marL="1427480" indent="0">
              <a:buNone/>
              <a:defRPr sz="2100"/>
            </a:lvl4pPr>
            <a:lvl5pPr marL="1903730" indent="0">
              <a:buNone/>
              <a:defRPr sz="2100"/>
            </a:lvl5pPr>
            <a:lvl6pPr marL="2379345" indent="0">
              <a:buNone/>
              <a:defRPr sz="2100"/>
            </a:lvl6pPr>
            <a:lvl7pPr marL="2855595" indent="0">
              <a:buNone/>
              <a:defRPr sz="2100"/>
            </a:lvl7pPr>
            <a:lvl8pPr marL="3331210" indent="0">
              <a:buNone/>
              <a:defRPr sz="2100"/>
            </a:lvl8pPr>
            <a:lvl9pPr marL="3807460" indent="0">
              <a:buNone/>
              <a:defRPr sz="2100"/>
            </a:lvl9pPr>
          </a:lstStyle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368581"/>
            <a:ext cx="6913245" cy="805048"/>
          </a:xfrm>
        </p:spPr>
        <p:txBody>
          <a:bodyPr/>
          <a:lstStyle>
            <a:lvl1pPr marL="0" indent="0">
              <a:buNone/>
              <a:defRPr sz="1500"/>
            </a:lvl1pPr>
            <a:lvl2pPr marL="475615" indent="0">
              <a:buNone/>
              <a:defRPr sz="1200"/>
            </a:lvl2pPr>
            <a:lvl3pPr marL="951865" indent="0">
              <a:buNone/>
              <a:defRPr sz="1000"/>
            </a:lvl3pPr>
            <a:lvl4pPr marL="1427480" indent="0">
              <a:buNone/>
              <a:defRPr sz="900"/>
            </a:lvl4pPr>
            <a:lvl5pPr marL="1903730" indent="0">
              <a:buNone/>
              <a:defRPr sz="900"/>
            </a:lvl5pPr>
            <a:lvl6pPr marL="2379345" indent="0">
              <a:buNone/>
              <a:defRPr sz="900"/>
            </a:lvl6pPr>
            <a:lvl7pPr marL="2855595" indent="0">
              <a:buNone/>
              <a:defRPr sz="900"/>
            </a:lvl7pPr>
            <a:lvl8pPr marL="3331210" indent="0">
              <a:buNone/>
              <a:defRPr sz="900"/>
            </a:lvl8pPr>
            <a:lvl9pPr marL="380746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5" y="274703"/>
            <a:ext cx="2592467" cy="5852880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74703"/>
            <a:ext cx="7585366" cy="5852880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576263" y="274638"/>
            <a:ext cx="10369550" cy="1143000"/>
          </a:xfrm>
          <a:prstGeom prst="rect">
            <a:avLst/>
          </a:prstGeom>
          <a:noFill/>
          <a:ln w="9525">
            <a:noFill/>
          </a:ln>
        </p:spPr>
        <p:txBody>
          <a:bodyPr lIns="95180" tIns="47590" rIns="95180" bIns="475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576263" y="1600200"/>
            <a:ext cx="10369550" cy="4527550"/>
          </a:xfrm>
          <a:prstGeom prst="rect">
            <a:avLst/>
          </a:prstGeom>
          <a:noFill/>
          <a:ln w="9525">
            <a:noFill/>
          </a:ln>
        </p:spPr>
        <p:txBody>
          <a:bodyPr lIns="95180" tIns="47590" rIns="95180" bIns="4759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97180"/>
            <a:r>
              <a:rPr lang="zh-CN" altLang="en-US" dirty="0"/>
              <a:t>第二级</a:t>
            </a:r>
            <a:endParaRPr lang="zh-CN" altLang="en-US" dirty="0"/>
          </a:p>
          <a:p>
            <a:pPr lvl="2" indent="-237490"/>
            <a:r>
              <a:rPr lang="zh-CN" altLang="en-US" dirty="0"/>
              <a:t>第三级</a:t>
            </a:r>
            <a:endParaRPr lang="zh-CN" altLang="en-US" dirty="0"/>
          </a:p>
          <a:p>
            <a:pPr lvl="3" indent="-238125"/>
            <a:r>
              <a:rPr lang="zh-CN" altLang="en-US" dirty="0"/>
              <a:t>第四级</a:t>
            </a:r>
            <a:endParaRPr lang="zh-CN" altLang="en-US" dirty="0"/>
          </a:p>
          <a:p>
            <a:pPr lvl="4" indent="-238125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357938"/>
            <a:ext cx="2687638" cy="365125"/>
          </a:xfrm>
          <a:prstGeom prst="rect">
            <a:avLst/>
          </a:prstGeom>
        </p:spPr>
        <p:txBody>
          <a:bodyPr vert="horz" lIns="95180" tIns="47590" rIns="95180" bIns="4759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357938"/>
            <a:ext cx="3648075" cy="365125"/>
          </a:xfrm>
          <a:prstGeom prst="rect">
            <a:avLst/>
          </a:prstGeom>
        </p:spPr>
        <p:txBody>
          <a:bodyPr vert="horz" lIns="95180" tIns="47590" rIns="95180" bIns="4759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357938"/>
            <a:ext cx="2687638" cy="365125"/>
          </a:xfrm>
          <a:prstGeom prst="rect">
            <a:avLst/>
          </a:prstGeom>
        </p:spPr>
        <p:txBody>
          <a:bodyPr vert="horz" lIns="95180" tIns="47590" rIns="95180" bIns="4759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0"/>
  <p:hf sldNum="0" hdr="0" ftr="0" dt="0"/>
  <p:txStyles>
    <p:titleStyle>
      <a:lvl1pPr algn="ctr" defTabSz="951230" rtl="0" eaLnBrk="1" latinLnBrk="0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870" indent="-356870" algn="l" defTabSz="95123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773430" indent="-297180" algn="l" defTabSz="951230" rtl="0" eaLnBrk="1" latinLnBrk="0" hangingPunct="1">
        <a:spcBef>
          <a:spcPct val="20000"/>
        </a:spcBef>
        <a:buFont typeface="Arial" panose="020B0604020202020204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89990" indent="-238125" algn="l" defTabSz="9512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65605" indent="-238125" algn="l" defTabSz="95123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1855" indent="-238125" algn="l" defTabSz="951230" rtl="0" eaLnBrk="1" latinLnBrk="0" hangingPunct="1">
        <a:spcBef>
          <a:spcPct val="20000"/>
        </a:spcBef>
        <a:buFont typeface="Arial" panose="020B0604020202020204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17470" indent="-238125" algn="l" defTabSz="9512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093085" indent="-238125" algn="l" defTabSz="9512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69335" indent="-238125" algn="l" defTabSz="9512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44950" indent="-238125" algn="l" defTabSz="9512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5615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1865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27480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03730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79345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55595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31210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07460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576263" y="274638"/>
            <a:ext cx="10369550" cy="1143000"/>
          </a:xfrm>
          <a:prstGeom prst="rect">
            <a:avLst/>
          </a:prstGeom>
          <a:noFill/>
          <a:ln w="9525">
            <a:noFill/>
          </a:ln>
        </p:spPr>
        <p:txBody>
          <a:bodyPr lIns="95180" tIns="47590" rIns="95180" bIns="475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576263" y="1600200"/>
            <a:ext cx="10369550" cy="4527550"/>
          </a:xfrm>
          <a:prstGeom prst="rect">
            <a:avLst/>
          </a:prstGeom>
          <a:noFill/>
          <a:ln w="9525">
            <a:noFill/>
          </a:ln>
        </p:spPr>
        <p:txBody>
          <a:bodyPr lIns="95180" tIns="47590" rIns="95180" bIns="4759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97180"/>
            <a:r>
              <a:rPr lang="zh-CN" altLang="en-US" dirty="0"/>
              <a:t>第二级</a:t>
            </a:r>
            <a:endParaRPr lang="zh-CN" altLang="en-US" dirty="0"/>
          </a:p>
          <a:p>
            <a:pPr lvl="2" indent="-237490"/>
            <a:r>
              <a:rPr lang="zh-CN" altLang="en-US" dirty="0"/>
              <a:t>第三级</a:t>
            </a:r>
            <a:endParaRPr lang="zh-CN" altLang="en-US" dirty="0"/>
          </a:p>
          <a:p>
            <a:pPr lvl="3" indent="-238125"/>
            <a:r>
              <a:rPr lang="zh-CN" altLang="en-US" dirty="0"/>
              <a:t>第四级</a:t>
            </a:r>
            <a:endParaRPr lang="zh-CN" altLang="en-US" dirty="0"/>
          </a:p>
          <a:p>
            <a:pPr lvl="4" indent="-238125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357938"/>
            <a:ext cx="2687638" cy="365125"/>
          </a:xfrm>
          <a:prstGeom prst="rect">
            <a:avLst/>
          </a:prstGeom>
        </p:spPr>
        <p:txBody>
          <a:bodyPr vert="horz" lIns="95180" tIns="47590" rIns="95180" bIns="4759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357938"/>
            <a:ext cx="3648075" cy="365125"/>
          </a:xfrm>
          <a:prstGeom prst="rect">
            <a:avLst/>
          </a:prstGeom>
        </p:spPr>
        <p:txBody>
          <a:bodyPr vert="horz" lIns="95180" tIns="47590" rIns="95180" bIns="4759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51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357938"/>
            <a:ext cx="2687638" cy="365125"/>
          </a:xfrm>
          <a:prstGeom prst="rect">
            <a:avLst/>
          </a:prstGeom>
        </p:spPr>
        <p:txBody>
          <a:bodyPr vert="horz" lIns="95180" tIns="47590" rIns="95180" bIns="4759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 advClick="0" advTm="0"/>
  <p:hf sldNum="0" hdr="0" ftr="0" dt="0"/>
  <p:txStyles>
    <p:titleStyle>
      <a:lvl1pPr algn="ctr" defTabSz="951230" rtl="0" eaLnBrk="1" latinLnBrk="0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870" indent="-356870" algn="l" defTabSz="95123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773430" indent="-297180" algn="l" defTabSz="951230" rtl="0" eaLnBrk="1" latinLnBrk="0" hangingPunct="1">
        <a:spcBef>
          <a:spcPct val="20000"/>
        </a:spcBef>
        <a:buFont typeface="Arial" panose="020B0604020202020204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89990" indent="-238125" algn="l" defTabSz="9512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65605" indent="-238125" algn="l" defTabSz="95123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1855" indent="-238125" algn="l" defTabSz="951230" rtl="0" eaLnBrk="1" latinLnBrk="0" hangingPunct="1">
        <a:spcBef>
          <a:spcPct val="20000"/>
        </a:spcBef>
        <a:buFont typeface="Arial" panose="020B0604020202020204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17470" indent="-238125" algn="l" defTabSz="9512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093085" indent="-238125" algn="l" defTabSz="9512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69335" indent="-238125" algn="l" defTabSz="9512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44950" indent="-238125" algn="l" defTabSz="9512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5615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1865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27480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03730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79345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55595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31210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07460" algn="l" defTabSz="9512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3" name="TextBox 42"/>
          <p:cNvSpPr txBox="1"/>
          <p:nvPr/>
        </p:nvSpPr>
        <p:spPr>
          <a:xfrm>
            <a:off x="1647825" y="2846388"/>
            <a:ext cx="8226425" cy="1168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dist"/>
            <a:r>
              <a:rPr lang="zh-CN" altLang="en-US" sz="70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嵌入式系统与设计</a:t>
            </a:r>
            <a:endParaRPr lang="zh-CN" altLang="en-US" sz="70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9" name="直接连接符 68"/>
          <p:cNvCxnSpPr/>
          <p:nvPr/>
        </p:nvCxnSpPr>
        <p:spPr>
          <a:xfrm flipV="1">
            <a:off x="2941638" y="4294188"/>
            <a:ext cx="1522413" cy="31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3076" idx="3"/>
          </p:cNvCxnSpPr>
          <p:nvPr/>
        </p:nvCxnSpPr>
        <p:spPr>
          <a:xfrm flipV="1">
            <a:off x="7085013" y="4297363"/>
            <a:ext cx="1628775" cy="142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" name="文本框 27"/>
          <p:cNvSpPr txBox="1"/>
          <p:nvPr/>
        </p:nvSpPr>
        <p:spPr>
          <a:xfrm>
            <a:off x="4408488" y="4141788"/>
            <a:ext cx="2676525" cy="3381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dist"/>
            <a:r>
              <a:rPr lang="zh-CN" altLang="zh-CN" sz="1600" dirty="0">
                <a:solidFill>
                  <a:srgbClr val="0066CC"/>
                </a:solidFill>
                <a:latin typeface="黑体" panose="02010609060101010101" charset="-122"/>
                <a:ea typeface="黑体" panose="02010609060101010101" charset="-122"/>
              </a:rPr>
              <a:t>基于</a:t>
            </a:r>
            <a:r>
              <a:rPr lang="en-US" altLang="zh-CN" sz="1600" dirty="0">
                <a:solidFill>
                  <a:srgbClr val="0066CC"/>
                </a:solidFill>
                <a:latin typeface="黑体" panose="02010609060101010101" charset="-122"/>
                <a:ea typeface="黑体" panose="02010609060101010101" charset="-122"/>
              </a:rPr>
              <a:t>STM32F103ZET6</a:t>
            </a:r>
            <a:endParaRPr lang="en-US" altLang="zh-CN" sz="1600" dirty="0">
              <a:solidFill>
                <a:srgbClr val="0066C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077" name="TextBox 1"/>
          <p:cNvSpPr txBox="1"/>
          <p:nvPr/>
        </p:nvSpPr>
        <p:spPr>
          <a:xfrm>
            <a:off x="3527425" y="5073650"/>
            <a:ext cx="4543425" cy="968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/>
            <a:r>
              <a:rPr lang="zh-CN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授课教师：王鸿飞</a:t>
            </a:r>
            <a:endParaRPr lang="zh-CN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2022.10</a:t>
            </a: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442325" y="404809"/>
            <a:ext cx="2768600" cy="347664"/>
            <a:chOff x="8183016" y="4888695"/>
            <a:chExt cx="2769125" cy="347664"/>
          </a:xfrm>
        </p:grpSpPr>
        <p:grpSp>
          <p:nvGrpSpPr>
            <p:cNvPr id="92" name="组合 91"/>
            <p:cNvGrpSpPr/>
            <p:nvPr/>
          </p:nvGrpSpPr>
          <p:grpSpPr>
            <a:xfrm>
              <a:off x="8183016" y="4922019"/>
              <a:ext cx="333375" cy="307975"/>
              <a:chOff x="2254251" y="1271589"/>
              <a:chExt cx="333375" cy="307975"/>
            </a:xfrm>
            <a:solidFill>
              <a:schemeClr val="bg1">
                <a:lumMod val="65000"/>
              </a:schemeClr>
            </a:solidFill>
          </p:grpSpPr>
          <p:sp>
            <p:nvSpPr>
              <p:cNvPr id="93" name="Freeform 496"/>
              <p:cNvSpPr>
                <a:spLocks noEditPoints="1"/>
              </p:cNvSpPr>
              <p:nvPr/>
            </p:nvSpPr>
            <p:spPr bwMode="auto">
              <a:xfrm>
                <a:off x="2254251" y="1271589"/>
                <a:ext cx="333375" cy="307975"/>
              </a:xfrm>
              <a:custGeom>
                <a:avLst/>
                <a:gdLst>
                  <a:gd name="T0" fmla="*/ 229 w 288"/>
                  <a:gd name="T1" fmla="*/ 0 h 266"/>
                  <a:gd name="T2" fmla="*/ 58 w 288"/>
                  <a:gd name="T3" fmla="*/ 0 h 266"/>
                  <a:gd name="T4" fmla="*/ 0 w 288"/>
                  <a:gd name="T5" fmla="*/ 59 h 266"/>
                  <a:gd name="T6" fmla="*/ 0 w 288"/>
                  <a:gd name="T7" fmla="*/ 208 h 266"/>
                  <a:gd name="T8" fmla="*/ 58 w 288"/>
                  <a:gd name="T9" fmla="*/ 266 h 266"/>
                  <a:gd name="T10" fmla="*/ 229 w 288"/>
                  <a:gd name="T11" fmla="*/ 266 h 266"/>
                  <a:gd name="T12" fmla="*/ 288 w 288"/>
                  <a:gd name="T13" fmla="*/ 208 h 266"/>
                  <a:gd name="T14" fmla="*/ 288 w 288"/>
                  <a:gd name="T15" fmla="*/ 59 h 266"/>
                  <a:gd name="T16" fmla="*/ 229 w 288"/>
                  <a:gd name="T17" fmla="*/ 0 h 266"/>
                  <a:gd name="T18" fmla="*/ 255 w 288"/>
                  <a:gd name="T19" fmla="*/ 208 h 266"/>
                  <a:gd name="T20" fmla="*/ 229 w 288"/>
                  <a:gd name="T21" fmla="*/ 233 h 266"/>
                  <a:gd name="T22" fmla="*/ 58 w 288"/>
                  <a:gd name="T23" fmla="*/ 233 h 266"/>
                  <a:gd name="T24" fmla="*/ 33 w 288"/>
                  <a:gd name="T25" fmla="*/ 208 h 266"/>
                  <a:gd name="T26" fmla="*/ 33 w 288"/>
                  <a:gd name="T27" fmla="*/ 59 h 266"/>
                  <a:gd name="T28" fmla="*/ 58 w 288"/>
                  <a:gd name="T29" fmla="*/ 33 h 266"/>
                  <a:gd name="T30" fmla="*/ 229 w 288"/>
                  <a:gd name="T31" fmla="*/ 33 h 266"/>
                  <a:gd name="T32" fmla="*/ 255 w 288"/>
                  <a:gd name="T33" fmla="*/ 59 h 266"/>
                  <a:gd name="T34" fmla="*/ 255 w 288"/>
                  <a:gd name="T35" fmla="*/ 208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8" h="266">
                    <a:moveTo>
                      <a:pt x="229" y="0"/>
                    </a:moveTo>
                    <a:cubicBezTo>
                      <a:pt x="58" y="0"/>
                      <a:pt x="58" y="0"/>
                      <a:pt x="58" y="0"/>
                    </a:cubicBezTo>
                    <a:cubicBezTo>
                      <a:pt x="26" y="0"/>
                      <a:pt x="0" y="27"/>
                      <a:pt x="0" y="59"/>
                    </a:cubicBezTo>
                    <a:cubicBezTo>
                      <a:pt x="0" y="208"/>
                      <a:pt x="0" y="208"/>
                      <a:pt x="0" y="208"/>
                    </a:cubicBezTo>
                    <a:cubicBezTo>
                      <a:pt x="0" y="240"/>
                      <a:pt x="26" y="266"/>
                      <a:pt x="58" y="266"/>
                    </a:cubicBezTo>
                    <a:cubicBezTo>
                      <a:pt x="229" y="266"/>
                      <a:pt x="229" y="266"/>
                      <a:pt x="229" y="266"/>
                    </a:cubicBezTo>
                    <a:cubicBezTo>
                      <a:pt x="262" y="266"/>
                      <a:pt x="288" y="240"/>
                      <a:pt x="288" y="208"/>
                    </a:cubicBezTo>
                    <a:cubicBezTo>
                      <a:pt x="288" y="59"/>
                      <a:pt x="288" y="59"/>
                      <a:pt x="288" y="59"/>
                    </a:cubicBezTo>
                    <a:cubicBezTo>
                      <a:pt x="288" y="27"/>
                      <a:pt x="262" y="0"/>
                      <a:pt x="229" y="0"/>
                    </a:cubicBezTo>
                    <a:close/>
                    <a:moveTo>
                      <a:pt x="255" y="208"/>
                    </a:moveTo>
                    <a:cubicBezTo>
                      <a:pt x="255" y="222"/>
                      <a:pt x="243" y="233"/>
                      <a:pt x="229" y="233"/>
                    </a:cubicBezTo>
                    <a:cubicBezTo>
                      <a:pt x="58" y="233"/>
                      <a:pt x="58" y="233"/>
                      <a:pt x="58" y="233"/>
                    </a:cubicBezTo>
                    <a:cubicBezTo>
                      <a:pt x="44" y="233"/>
                      <a:pt x="33" y="222"/>
                      <a:pt x="33" y="208"/>
                    </a:cubicBezTo>
                    <a:cubicBezTo>
                      <a:pt x="33" y="59"/>
                      <a:pt x="33" y="59"/>
                      <a:pt x="33" y="59"/>
                    </a:cubicBezTo>
                    <a:cubicBezTo>
                      <a:pt x="33" y="45"/>
                      <a:pt x="44" y="33"/>
                      <a:pt x="58" y="33"/>
                    </a:cubicBezTo>
                    <a:cubicBezTo>
                      <a:pt x="229" y="33"/>
                      <a:pt x="229" y="33"/>
                      <a:pt x="229" y="33"/>
                    </a:cubicBezTo>
                    <a:cubicBezTo>
                      <a:pt x="243" y="33"/>
                      <a:pt x="255" y="45"/>
                      <a:pt x="255" y="59"/>
                    </a:cubicBezTo>
                    <a:lnTo>
                      <a:pt x="255" y="2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512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4" name="Freeform 497"/>
              <p:cNvSpPr/>
              <p:nvPr/>
            </p:nvSpPr>
            <p:spPr bwMode="auto">
              <a:xfrm>
                <a:off x="2344738" y="1384301"/>
                <a:ext cx="153988" cy="95250"/>
              </a:xfrm>
              <a:custGeom>
                <a:avLst/>
                <a:gdLst>
                  <a:gd name="T0" fmla="*/ 49 w 97"/>
                  <a:gd name="T1" fmla="*/ 60 h 60"/>
                  <a:gd name="T2" fmla="*/ 97 w 97"/>
                  <a:gd name="T3" fmla="*/ 0 h 60"/>
                  <a:gd name="T4" fmla="*/ 0 w 97"/>
                  <a:gd name="T5" fmla="*/ 0 h 60"/>
                  <a:gd name="T6" fmla="*/ 49 w 97"/>
                  <a:gd name="T7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7" h="60">
                    <a:moveTo>
                      <a:pt x="49" y="60"/>
                    </a:moveTo>
                    <a:lnTo>
                      <a:pt x="97" y="0"/>
                    </a:lnTo>
                    <a:lnTo>
                      <a:pt x="0" y="0"/>
                    </a:lnTo>
                    <a:lnTo>
                      <a:pt x="49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512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95" name="组合 94"/>
            <p:cNvGrpSpPr/>
            <p:nvPr/>
          </p:nvGrpSpPr>
          <p:grpSpPr>
            <a:xfrm>
              <a:off x="9444681" y="4901395"/>
              <a:ext cx="204788" cy="334963"/>
              <a:chOff x="10336213" y="2595564"/>
              <a:chExt cx="204788" cy="334963"/>
            </a:xfrm>
            <a:solidFill>
              <a:schemeClr val="bg1">
                <a:lumMod val="65000"/>
              </a:schemeClr>
            </a:solidFill>
          </p:grpSpPr>
          <p:sp>
            <p:nvSpPr>
              <p:cNvPr id="96" name="Freeform 556"/>
              <p:cNvSpPr/>
              <p:nvPr/>
            </p:nvSpPr>
            <p:spPr bwMode="auto">
              <a:xfrm>
                <a:off x="10515601" y="2595564"/>
                <a:ext cx="9525" cy="0"/>
              </a:xfrm>
              <a:custGeom>
                <a:avLst/>
                <a:gdLst>
                  <a:gd name="T0" fmla="*/ 0 w 6"/>
                  <a:gd name="T1" fmla="*/ 6 w 6"/>
                  <a:gd name="T2" fmla="*/ 0 w 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">
                    <a:moveTo>
                      <a:pt x="0" y="0"/>
                    </a:moveTo>
                    <a:lnTo>
                      <a:pt x="6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512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7" name="Line 557"/>
              <p:cNvSpPr>
                <a:spLocks noChangeShapeType="1"/>
              </p:cNvSpPr>
              <p:nvPr/>
            </p:nvSpPr>
            <p:spPr bwMode="auto">
              <a:xfrm>
                <a:off x="10515601" y="2595564"/>
                <a:ext cx="9525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512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8" name="Freeform 558"/>
              <p:cNvSpPr>
                <a:spLocks noEditPoints="1"/>
              </p:cNvSpPr>
              <p:nvPr/>
            </p:nvSpPr>
            <p:spPr bwMode="auto">
              <a:xfrm>
                <a:off x="10336213" y="2595564"/>
                <a:ext cx="204788" cy="334963"/>
              </a:xfrm>
              <a:custGeom>
                <a:avLst/>
                <a:gdLst>
                  <a:gd name="T0" fmla="*/ 155 w 176"/>
                  <a:gd name="T1" fmla="*/ 0 h 289"/>
                  <a:gd name="T2" fmla="*/ 22 w 176"/>
                  <a:gd name="T3" fmla="*/ 0 h 289"/>
                  <a:gd name="T4" fmla="*/ 0 w 176"/>
                  <a:gd name="T5" fmla="*/ 21 h 289"/>
                  <a:gd name="T6" fmla="*/ 0 w 176"/>
                  <a:gd name="T7" fmla="*/ 267 h 289"/>
                  <a:gd name="T8" fmla="*/ 22 w 176"/>
                  <a:gd name="T9" fmla="*/ 289 h 289"/>
                  <a:gd name="T10" fmla="*/ 155 w 176"/>
                  <a:gd name="T11" fmla="*/ 289 h 289"/>
                  <a:gd name="T12" fmla="*/ 176 w 176"/>
                  <a:gd name="T13" fmla="*/ 267 h 289"/>
                  <a:gd name="T14" fmla="*/ 176 w 176"/>
                  <a:gd name="T15" fmla="*/ 21 h 289"/>
                  <a:gd name="T16" fmla="*/ 155 w 176"/>
                  <a:gd name="T17" fmla="*/ 0 h 289"/>
                  <a:gd name="T18" fmla="*/ 88 w 176"/>
                  <a:gd name="T19" fmla="*/ 274 h 289"/>
                  <a:gd name="T20" fmla="*/ 75 w 176"/>
                  <a:gd name="T21" fmla="*/ 261 h 289"/>
                  <a:gd name="T22" fmla="*/ 88 w 176"/>
                  <a:gd name="T23" fmla="*/ 247 h 289"/>
                  <a:gd name="T24" fmla="*/ 102 w 176"/>
                  <a:gd name="T25" fmla="*/ 261 h 289"/>
                  <a:gd name="T26" fmla="*/ 88 w 176"/>
                  <a:gd name="T27" fmla="*/ 274 h 289"/>
                  <a:gd name="T28" fmla="*/ 160 w 176"/>
                  <a:gd name="T29" fmla="*/ 233 h 289"/>
                  <a:gd name="T30" fmla="*/ 16 w 176"/>
                  <a:gd name="T31" fmla="*/ 233 h 289"/>
                  <a:gd name="T32" fmla="*/ 16 w 176"/>
                  <a:gd name="T33" fmla="*/ 56 h 289"/>
                  <a:gd name="T34" fmla="*/ 160 w 176"/>
                  <a:gd name="T35" fmla="*/ 56 h 289"/>
                  <a:gd name="T36" fmla="*/ 160 w 176"/>
                  <a:gd name="T37" fmla="*/ 233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76" h="289">
                    <a:moveTo>
                      <a:pt x="155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9"/>
                      <a:pt x="0" y="21"/>
                    </a:cubicBezTo>
                    <a:cubicBezTo>
                      <a:pt x="0" y="267"/>
                      <a:pt x="0" y="267"/>
                      <a:pt x="0" y="267"/>
                    </a:cubicBezTo>
                    <a:cubicBezTo>
                      <a:pt x="0" y="279"/>
                      <a:pt x="10" y="289"/>
                      <a:pt x="22" y="289"/>
                    </a:cubicBezTo>
                    <a:cubicBezTo>
                      <a:pt x="155" y="289"/>
                      <a:pt x="155" y="289"/>
                      <a:pt x="155" y="289"/>
                    </a:cubicBezTo>
                    <a:cubicBezTo>
                      <a:pt x="167" y="289"/>
                      <a:pt x="176" y="279"/>
                      <a:pt x="176" y="267"/>
                    </a:cubicBezTo>
                    <a:cubicBezTo>
                      <a:pt x="176" y="21"/>
                      <a:pt x="176" y="21"/>
                      <a:pt x="176" y="21"/>
                    </a:cubicBezTo>
                    <a:cubicBezTo>
                      <a:pt x="176" y="9"/>
                      <a:pt x="167" y="0"/>
                      <a:pt x="155" y="0"/>
                    </a:cubicBezTo>
                    <a:close/>
                    <a:moveTo>
                      <a:pt x="88" y="274"/>
                    </a:moveTo>
                    <a:cubicBezTo>
                      <a:pt x="81" y="274"/>
                      <a:pt x="75" y="268"/>
                      <a:pt x="75" y="261"/>
                    </a:cubicBezTo>
                    <a:cubicBezTo>
                      <a:pt x="75" y="253"/>
                      <a:pt x="81" y="247"/>
                      <a:pt x="88" y="247"/>
                    </a:cubicBezTo>
                    <a:cubicBezTo>
                      <a:pt x="96" y="247"/>
                      <a:pt x="102" y="253"/>
                      <a:pt x="102" y="261"/>
                    </a:cubicBezTo>
                    <a:cubicBezTo>
                      <a:pt x="102" y="268"/>
                      <a:pt x="96" y="274"/>
                      <a:pt x="88" y="274"/>
                    </a:cubicBezTo>
                    <a:close/>
                    <a:moveTo>
                      <a:pt x="160" y="233"/>
                    </a:moveTo>
                    <a:cubicBezTo>
                      <a:pt x="16" y="233"/>
                      <a:pt x="16" y="233"/>
                      <a:pt x="16" y="233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0" y="56"/>
                      <a:pt x="160" y="56"/>
                      <a:pt x="160" y="56"/>
                    </a:cubicBezTo>
                    <a:lnTo>
                      <a:pt x="160" y="2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512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>
              <a:off x="10618766" y="4888695"/>
              <a:ext cx="333375" cy="333375"/>
              <a:chOff x="249238" y="2593976"/>
              <a:chExt cx="333375" cy="333375"/>
            </a:xfrm>
            <a:solidFill>
              <a:schemeClr val="bg1">
                <a:lumMod val="65000"/>
              </a:schemeClr>
            </a:solidFill>
          </p:grpSpPr>
          <p:sp>
            <p:nvSpPr>
              <p:cNvPr id="100" name="Freeform 573"/>
              <p:cNvSpPr/>
              <p:nvPr/>
            </p:nvSpPr>
            <p:spPr bwMode="auto">
              <a:xfrm>
                <a:off x="477838" y="2740026"/>
                <a:ext cx="104775" cy="41275"/>
              </a:xfrm>
              <a:custGeom>
                <a:avLst/>
                <a:gdLst>
                  <a:gd name="T0" fmla="*/ 77 w 91"/>
                  <a:gd name="T1" fmla="*/ 0 h 36"/>
                  <a:gd name="T2" fmla="*/ 14 w 91"/>
                  <a:gd name="T3" fmla="*/ 0 h 36"/>
                  <a:gd name="T4" fmla="*/ 0 w 91"/>
                  <a:gd name="T5" fmla="*/ 18 h 36"/>
                  <a:gd name="T6" fmla="*/ 14 w 91"/>
                  <a:gd name="T7" fmla="*/ 36 h 36"/>
                  <a:gd name="T8" fmla="*/ 77 w 91"/>
                  <a:gd name="T9" fmla="*/ 36 h 36"/>
                  <a:gd name="T10" fmla="*/ 91 w 91"/>
                  <a:gd name="T11" fmla="*/ 18 h 36"/>
                  <a:gd name="T12" fmla="*/ 77 w 91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" h="36">
                    <a:moveTo>
                      <a:pt x="77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7" y="0"/>
                      <a:pt x="0" y="9"/>
                      <a:pt x="0" y="18"/>
                    </a:cubicBezTo>
                    <a:cubicBezTo>
                      <a:pt x="0" y="28"/>
                      <a:pt x="7" y="36"/>
                      <a:pt x="14" y="36"/>
                    </a:cubicBezTo>
                    <a:cubicBezTo>
                      <a:pt x="77" y="36"/>
                      <a:pt x="77" y="36"/>
                      <a:pt x="77" y="36"/>
                    </a:cubicBezTo>
                    <a:cubicBezTo>
                      <a:pt x="85" y="36"/>
                      <a:pt x="91" y="28"/>
                      <a:pt x="91" y="18"/>
                    </a:cubicBezTo>
                    <a:cubicBezTo>
                      <a:pt x="91" y="9"/>
                      <a:pt x="85" y="0"/>
                      <a:pt x="7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512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101" name="组合 100"/>
              <p:cNvGrpSpPr/>
              <p:nvPr/>
            </p:nvGrpSpPr>
            <p:grpSpPr>
              <a:xfrm>
                <a:off x="249238" y="2593976"/>
                <a:ext cx="295275" cy="333375"/>
                <a:chOff x="249238" y="2593976"/>
                <a:chExt cx="295275" cy="333375"/>
              </a:xfrm>
              <a:grpFill/>
            </p:grpSpPr>
            <p:sp>
              <p:nvSpPr>
                <p:cNvPr id="102" name="Freeform 571"/>
                <p:cNvSpPr/>
                <p:nvPr/>
              </p:nvSpPr>
              <p:spPr bwMode="auto">
                <a:xfrm>
                  <a:off x="395288" y="2593976"/>
                  <a:ext cx="41275" cy="104775"/>
                </a:xfrm>
                <a:custGeom>
                  <a:avLst/>
                  <a:gdLst>
                    <a:gd name="T0" fmla="*/ 18 w 36"/>
                    <a:gd name="T1" fmla="*/ 0 h 91"/>
                    <a:gd name="T2" fmla="*/ 0 w 36"/>
                    <a:gd name="T3" fmla="*/ 14 h 91"/>
                    <a:gd name="T4" fmla="*/ 0 w 36"/>
                    <a:gd name="T5" fmla="*/ 77 h 91"/>
                    <a:gd name="T6" fmla="*/ 18 w 36"/>
                    <a:gd name="T7" fmla="*/ 91 h 91"/>
                    <a:gd name="T8" fmla="*/ 36 w 36"/>
                    <a:gd name="T9" fmla="*/ 77 h 91"/>
                    <a:gd name="T10" fmla="*/ 36 w 36"/>
                    <a:gd name="T11" fmla="*/ 14 h 91"/>
                    <a:gd name="T12" fmla="*/ 18 w 36"/>
                    <a:gd name="T13" fmla="*/ 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6" h="91">
                      <a:moveTo>
                        <a:pt x="18" y="0"/>
                      </a:moveTo>
                      <a:cubicBezTo>
                        <a:pt x="8" y="0"/>
                        <a:pt x="0" y="6"/>
                        <a:pt x="0" y="14"/>
                      </a:cubicBezTo>
                      <a:cubicBezTo>
                        <a:pt x="0" y="77"/>
                        <a:pt x="0" y="77"/>
                        <a:pt x="0" y="77"/>
                      </a:cubicBezTo>
                      <a:cubicBezTo>
                        <a:pt x="0" y="85"/>
                        <a:pt x="8" y="91"/>
                        <a:pt x="18" y="91"/>
                      </a:cubicBezTo>
                      <a:cubicBezTo>
                        <a:pt x="28" y="91"/>
                        <a:pt x="36" y="85"/>
                        <a:pt x="36" y="77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6"/>
                        <a:pt x="28" y="0"/>
                        <a:pt x="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512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Freeform 572"/>
                <p:cNvSpPr/>
                <p:nvPr/>
              </p:nvSpPr>
              <p:spPr bwMode="auto">
                <a:xfrm>
                  <a:off x="395288" y="2822576"/>
                  <a:ext cx="41275" cy="104775"/>
                </a:xfrm>
                <a:custGeom>
                  <a:avLst/>
                  <a:gdLst>
                    <a:gd name="T0" fmla="*/ 18 w 36"/>
                    <a:gd name="T1" fmla="*/ 0 h 91"/>
                    <a:gd name="T2" fmla="*/ 0 w 36"/>
                    <a:gd name="T3" fmla="*/ 14 h 91"/>
                    <a:gd name="T4" fmla="*/ 0 w 36"/>
                    <a:gd name="T5" fmla="*/ 77 h 91"/>
                    <a:gd name="T6" fmla="*/ 18 w 36"/>
                    <a:gd name="T7" fmla="*/ 91 h 91"/>
                    <a:gd name="T8" fmla="*/ 36 w 36"/>
                    <a:gd name="T9" fmla="*/ 77 h 91"/>
                    <a:gd name="T10" fmla="*/ 36 w 36"/>
                    <a:gd name="T11" fmla="*/ 14 h 91"/>
                    <a:gd name="T12" fmla="*/ 18 w 36"/>
                    <a:gd name="T13" fmla="*/ 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6" h="91">
                      <a:moveTo>
                        <a:pt x="18" y="0"/>
                      </a:moveTo>
                      <a:cubicBezTo>
                        <a:pt x="8" y="0"/>
                        <a:pt x="0" y="7"/>
                        <a:pt x="0" y="14"/>
                      </a:cubicBezTo>
                      <a:cubicBezTo>
                        <a:pt x="0" y="77"/>
                        <a:pt x="0" y="77"/>
                        <a:pt x="0" y="77"/>
                      </a:cubicBezTo>
                      <a:cubicBezTo>
                        <a:pt x="0" y="85"/>
                        <a:pt x="8" y="91"/>
                        <a:pt x="18" y="91"/>
                      </a:cubicBezTo>
                      <a:cubicBezTo>
                        <a:pt x="28" y="91"/>
                        <a:pt x="36" y="85"/>
                        <a:pt x="36" y="77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7"/>
                        <a:pt x="28" y="0"/>
                        <a:pt x="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512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Freeform 574"/>
                <p:cNvSpPr/>
                <p:nvPr/>
              </p:nvSpPr>
              <p:spPr bwMode="auto">
                <a:xfrm>
                  <a:off x="249238" y="2740026"/>
                  <a:ext cx="104775" cy="41275"/>
                </a:xfrm>
                <a:custGeom>
                  <a:avLst/>
                  <a:gdLst>
                    <a:gd name="T0" fmla="*/ 91 w 91"/>
                    <a:gd name="T1" fmla="*/ 18 h 36"/>
                    <a:gd name="T2" fmla="*/ 77 w 91"/>
                    <a:gd name="T3" fmla="*/ 0 h 36"/>
                    <a:gd name="T4" fmla="*/ 14 w 91"/>
                    <a:gd name="T5" fmla="*/ 0 h 36"/>
                    <a:gd name="T6" fmla="*/ 0 w 91"/>
                    <a:gd name="T7" fmla="*/ 18 h 36"/>
                    <a:gd name="T8" fmla="*/ 14 w 91"/>
                    <a:gd name="T9" fmla="*/ 36 h 36"/>
                    <a:gd name="T10" fmla="*/ 77 w 91"/>
                    <a:gd name="T11" fmla="*/ 36 h 36"/>
                    <a:gd name="T12" fmla="*/ 91 w 91"/>
                    <a:gd name="T13" fmla="*/ 18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1" h="36">
                      <a:moveTo>
                        <a:pt x="91" y="18"/>
                      </a:moveTo>
                      <a:cubicBezTo>
                        <a:pt x="91" y="9"/>
                        <a:pt x="84" y="0"/>
                        <a:pt x="7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6" y="0"/>
                        <a:pt x="0" y="9"/>
                        <a:pt x="0" y="18"/>
                      </a:cubicBezTo>
                      <a:cubicBezTo>
                        <a:pt x="0" y="28"/>
                        <a:pt x="6" y="36"/>
                        <a:pt x="14" y="36"/>
                      </a:cubicBezTo>
                      <a:cubicBezTo>
                        <a:pt x="77" y="36"/>
                        <a:pt x="77" y="36"/>
                        <a:pt x="77" y="36"/>
                      </a:cubicBezTo>
                      <a:cubicBezTo>
                        <a:pt x="84" y="36"/>
                        <a:pt x="91" y="28"/>
                        <a:pt x="91" y="1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512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Freeform 575"/>
                <p:cNvSpPr/>
                <p:nvPr/>
              </p:nvSpPr>
              <p:spPr bwMode="auto">
                <a:xfrm>
                  <a:off x="449263" y="2633664"/>
                  <a:ext cx="95250" cy="93663"/>
                </a:xfrm>
                <a:custGeom>
                  <a:avLst/>
                  <a:gdLst>
                    <a:gd name="T0" fmla="*/ 31 w 81"/>
                    <a:gd name="T1" fmla="*/ 75 h 81"/>
                    <a:gd name="T2" fmla="*/ 76 w 81"/>
                    <a:gd name="T3" fmla="*/ 31 h 81"/>
                    <a:gd name="T4" fmla="*/ 73 w 81"/>
                    <a:gd name="T5" fmla="*/ 8 h 81"/>
                    <a:gd name="T6" fmla="*/ 50 w 81"/>
                    <a:gd name="T7" fmla="*/ 5 h 81"/>
                    <a:gd name="T8" fmla="*/ 6 w 81"/>
                    <a:gd name="T9" fmla="*/ 50 h 81"/>
                    <a:gd name="T10" fmla="*/ 9 w 81"/>
                    <a:gd name="T11" fmla="*/ 72 h 81"/>
                    <a:gd name="T12" fmla="*/ 31 w 81"/>
                    <a:gd name="T13" fmla="*/ 75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81">
                      <a:moveTo>
                        <a:pt x="31" y="75"/>
                      </a:moveTo>
                      <a:cubicBezTo>
                        <a:pt x="76" y="31"/>
                        <a:pt x="76" y="31"/>
                        <a:pt x="76" y="31"/>
                      </a:cubicBezTo>
                      <a:cubicBezTo>
                        <a:pt x="81" y="25"/>
                        <a:pt x="80" y="15"/>
                        <a:pt x="73" y="8"/>
                      </a:cubicBezTo>
                      <a:cubicBezTo>
                        <a:pt x="66" y="1"/>
                        <a:pt x="56" y="0"/>
                        <a:pt x="50" y="5"/>
                      </a:cubicBezTo>
                      <a:cubicBezTo>
                        <a:pt x="6" y="50"/>
                        <a:pt x="6" y="50"/>
                        <a:pt x="6" y="50"/>
                      </a:cubicBezTo>
                      <a:cubicBezTo>
                        <a:pt x="0" y="55"/>
                        <a:pt x="2" y="65"/>
                        <a:pt x="9" y="72"/>
                      </a:cubicBezTo>
                      <a:cubicBezTo>
                        <a:pt x="16" y="79"/>
                        <a:pt x="26" y="81"/>
                        <a:pt x="31" y="7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512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6" name="Freeform 576"/>
                <p:cNvSpPr/>
                <p:nvPr/>
              </p:nvSpPr>
              <p:spPr bwMode="auto">
                <a:xfrm>
                  <a:off x="288926" y="2795589"/>
                  <a:ext cx="93663" cy="92075"/>
                </a:xfrm>
                <a:custGeom>
                  <a:avLst/>
                  <a:gdLst>
                    <a:gd name="T0" fmla="*/ 50 w 81"/>
                    <a:gd name="T1" fmla="*/ 5 h 80"/>
                    <a:gd name="T2" fmla="*/ 5 w 81"/>
                    <a:gd name="T3" fmla="*/ 49 h 80"/>
                    <a:gd name="T4" fmla="*/ 8 w 81"/>
                    <a:gd name="T5" fmla="*/ 72 h 80"/>
                    <a:gd name="T6" fmla="*/ 31 w 81"/>
                    <a:gd name="T7" fmla="*/ 75 h 80"/>
                    <a:gd name="T8" fmla="*/ 75 w 81"/>
                    <a:gd name="T9" fmla="*/ 30 h 80"/>
                    <a:gd name="T10" fmla="*/ 72 w 81"/>
                    <a:gd name="T11" fmla="*/ 8 h 80"/>
                    <a:gd name="T12" fmla="*/ 50 w 81"/>
                    <a:gd name="T13" fmla="*/ 5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80">
                      <a:moveTo>
                        <a:pt x="50" y="5"/>
                      </a:move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0" y="55"/>
                        <a:pt x="1" y="65"/>
                        <a:pt x="8" y="72"/>
                      </a:cubicBezTo>
                      <a:cubicBezTo>
                        <a:pt x="15" y="79"/>
                        <a:pt x="25" y="80"/>
                        <a:pt x="31" y="75"/>
                      </a:cubicBezTo>
                      <a:cubicBezTo>
                        <a:pt x="75" y="30"/>
                        <a:pt x="75" y="30"/>
                        <a:pt x="75" y="30"/>
                      </a:cubicBezTo>
                      <a:cubicBezTo>
                        <a:pt x="81" y="25"/>
                        <a:pt x="79" y="15"/>
                        <a:pt x="72" y="8"/>
                      </a:cubicBezTo>
                      <a:cubicBezTo>
                        <a:pt x="65" y="1"/>
                        <a:pt x="55" y="0"/>
                        <a:pt x="50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512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Freeform 577"/>
                <p:cNvSpPr/>
                <p:nvPr/>
              </p:nvSpPr>
              <p:spPr bwMode="auto">
                <a:xfrm>
                  <a:off x="449263" y="2795589"/>
                  <a:ext cx="95250" cy="93663"/>
                </a:xfrm>
                <a:custGeom>
                  <a:avLst/>
                  <a:gdLst>
                    <a:gd name="T0" fmla="*/ 31 w 81"/>
                    <a:gd name="T1" fmla="*/ 5 h 81"/>
                    <a:gd name="T2" fmla="*/ 9 w 81"/>
                    <a:gd name="T3" fmla="*/ 8 h 81"/>
                    <a:gd name="T4" fmla="*/ 6 w 81"/>
                    <a:gd name="T5" fmla="*/ 31 h 81"/>
                    <a:gd name="T6" fmla="*/ 50 w 81"/>
                    <a:gd name="T7" fmla="*/ 75 h 81"/>
                    <a:gd name="T8" fmla="*/ 73 w 81"/>
                    <a:gd name="T9" fmla="*/ 72 h 81"/>
                    <a:gd name="T10" fmla="*/ 76 w 81"/>
                    <a:gd name="T11" fmla="*/ 50 h 81"/>
                    <a:gd name="T12" fmla="*/ 31 w 81"/>
                    <a:gd name="T13" fmla="*/ 5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81">
                      <a:moveTo>
                        <a:pt x="31" y="5"/>
                      </a:moveTo>
                      <a:cubicBezTo>
                        <a:pt x="26" y="0"/>
                        <a:pt x="16" y="1"/>
                        <a:pt x="9" y="8"/>
                      </a:cubicBezTo>
                      <a:cubicBezTo>
                        <a:pt x="1" y="15"/>
                        <a:pt x="0" y="25"/>
                        <a:pt x="6" y="31"/>
                      </a:cubicBezTo>
                      <a:cubicBezTo>
                        <a:pt x="50" y="75"/>
                        <a:pt x="50" y="75"/>
                        <a:pt x="50" y="75"/>
                      </a:cubicBezTo>
                      <a:cubicBezTo>
                        <a:pt x="55" y="81"/>
                        <a:pt x="66" y="79"/>
                        <a:pt x="73" y="72"/>
                      </a:cubicBezTo>
                      <a:cubicBezTo>
                        <a:pt x="80" y="65"/>
                        <a:pt x="81" y="55"/>
                        <a:pt x="76" y="50"/>
                      </a:cubicBez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512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Freeform 578"/>
                <p:cNvSpPr/>
                <p:nvPr/>
              </p:nvSpPr>
              <p:spPr bwMode="auto">
                <a:xfrm>
                  <a:off x="288926" y="2633664"/>
                  <a:ext cx="92075" cy="93663"/>
                </a:xfrm>
                <a:custGeom>
                  <a:avLst/>
                  <a:gdLst>
                    <a:gd name="T0" fmla="*/ 50 w 80"/>
                    <a:gd name="T1" fmla="*/ 76 h 81"/>
                    <a:gd name="T2" fmla="*/ 72 w 80"/>
                    <a:gd name="T3" fmla="*/ 73 h 81"/>
                    <a:gd name="T4" fmla="*/ 75 w 80"/>
                    <a:gd name="T5" fmla="*/ 50 h 81"/>
                    <a:gd name="T6" fmla="*/ 30 w 80"/>
                    <a:gd name="T7" fmla="*/ 6 h 81"/>
                    <a:gd name="T8" fmla="*/ 8 w 80"/>
                    <a:gd name="T9" fmla="*/ 9 h 81"/>
                    <a:gd name="T10" fmla="*/ 5 w 80"/>
                    <a:gd name="T11" fmla="*/ 31 h 81"/>
                    <a:gd name="T12" fmla="*/ 50 w 80"/>
                    <a:gd name="T13" fmla="*/ 76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81">
                      <a:moveTo>
                        <a:pt x="50" y="76"/>
                      </a:moveTo>
                      <a:cubicBezTo>
                        <a:pt x="55" y="81"/>
                        <a:pt x="65" y="80"/>
                        <a:pt x="72" y="73"/>
                      </a:cubicBezTo>
                      <a:cubicBezTo>
                        <a:pt x="79" y="66"/>
                        <a:pt x="80" y="56"/>
                        <a:pt x="75" y="50"/>
                      </a:cubicBezTo>
                      <a:cubicBezTo>
                        <a:pt x="30" y="6"/>
                        <a:pt x="30" y="6"/>
                        <a:pt x="30" y="6"/>
                      </a:cubicBezTo>
                      <a:cubicBezTo>
                        <a:pt x="25" y="0"/>
                        <a:pt x="15" y="2"/>
                        <a:pt x="8" y="9"/>
                      </a:cubicBezTo>
                      <a:cubicBezTo>
                        <a:pt x="1" y="16"/>
                        <a:pt x="0" y="26"/>
                        <a:pt x="5" y="31"/>
                      </a:cubicBezTo>
                      <a:lnTo>
                        <a:pt x="50" y="7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512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09" name="组合 108"/>
            <p:cNvGrpSpPr/>
            <p:nvPr/>
          </p:nvGrpSpPr>
          <p:grpSpPr>
            <a:xfrm>
              <a:off x="8819405" y="4900760"/>
              <a:ext cx="254000" cy="333375"/>
              <a:chOff x="8975726" y="2595564"/>
              <a:chExt cx="254000" cy="333375"/>
            </a:xfrm>
            <a:solidFill>
              <a:schemeClr val="bg1">
                <a:lumMod val="65000"/>
              </a:schemeClr>
            </a:solidFill>
          </p:grpSpPr>
          <p:sp>
            <p:nvSpPr>
              <p:cNvPr id="110" name="Freeform 642"/>
              <p:cNvSpPr/>
              <p:nvPr/>
            </p:nvSpPr>
            <p:spPr bwMode="auto">
              <a:xfrm>
                <a:off x="8975726" y="2703514"/>
                <a:ext cx="254000" cy="225425"/>
              </a:xfrm>
              <a:custGeom>
                <a:avLst/>
                <a:gdLst>
                  <a:gd name="T0" fmla="*/ 177 w 218"/>
                  <a:gd name="T1" fmla="*/ 1 h 195"/>
                  <a:gd name="T2" fmla="*/ 158 w 218"/>
                  <a:gd name="T3" fmla="*/ 20 h 195"/>
                  <a:gd name="T4" fmla="*/ 191 w 218"/>
                  <a:gd name="T5" fmla="*/ 86 h 195"/>
                  <a:gd name="T6" fmla="*/ 109 w 218"/>
                  <a:gd name="T7" fmla="*/ 167 h 195"/>
                  <a:gd name="T8" fmla="*/ 28 w 218"/>
                  <a:gd name="T9" fmla="*/ 86 h 195"/>
                  <a:gd name="T10" fmla="*/ 61 w 218"/>
                  <a:gd name="T11" fmla="*/ 20 h 195"/>
                  <a:gd name="T12" fmla="*/ 42 w 218"/>
                  <a:gd name="T13" fmla="*/ 0 h 195"/>
                  <a:gd name="T14" fmla="*/ 0 w 218"/>
                  <a:gd name="T15" fmla="*/ 86 h 195"/>
                  <a:gd name="T16" fmla="*/ 109 w 218"/>
                  <a:gd name="T17" fmla="*/ 195 h 195"/>
                  <a:gd name="T18" fmla="*/ 218 w 218"/>
                  <a:gd name="T19" fmla="*/ 86 h 195"/>
                  <a:gd name="T20" fmla="*/ 177 w 218"/>
                  <a:gd name="T21" fmla="*/ 1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8" h="195">
                    <a:moveTo>
                      <a:pt x="177" y="1"/>
                    </a:moveTo>
                    <a:cubicBezTo>
                      <a:pt x="158" y="20"/>
                      <a:pt x="158" y="20"/>
                      <a:pt x="158" y="20"/>
                    </a:cubicBezTo>
                    <a:cubicBezTo>
                      <a:pt x="178" y="35"/>
                      <a:pt x="191" y="59"/>
                      <a:pt x="191" y="86"/>
                    </a:cubicBezTo>
                    <a:cubicBezTo>
                      <a:pt x="191" y="131"/>
                      <a:pt x="154" y="167"/>
                      <a:pt x="109" y="167"/>
                    </a:cubicBezTo>
                    <a:cubicBezTo>
                      <a:pt x="64" y="167"/>
                      <a:pt x="28" y="131"/>
                      <a:pt x="28" y="86"/>
                    </a:cubicBezTo>
                    <a:cubicBezTo>
                      <a:pt x="28" y="59"/>
                      <a:pt x="41" y="35"/>
                      <a:pt x="61" y="2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17" y="20"/>
                      <a:pt x="0" y="51"/>
                      <a:pt x="0" y="86"/>
                    </a:cubicBezTo>
                    <a:cubicBezTo>
                      <a:pt x="0" y="146"/>
                      <a:pt x="49" y="195"/>
                      <a:pt x="109" y="195"/>
                    </a:cubicBezTo>
                    <a:cubicBezTo>
                      <a:pt x="169" y="195"/>
                      <a:pt x="218" y="146"/>
                      <a:pt x="218" y="86"/>
                    </a:cubicBezTo>
                    <a:cubicBezTo>
                      <a:pt x="218" y="51"/>
                      <a:pt x="202" y="20"/>
                      <a:pt x="17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512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1" name="Freeform 643"/>
              <p:cNvSpPr/>
              <p:nvPr/>
            </p:nvSpPr>
            <p:spPr bwMode="auto">
              <a:xfrm>
                <a:off x="9031288" y="2595564"/>
                <a:ext cx="144463" cy="201613"/>
              </a:xfrm>
              <a:custGeom>
                <a:avLst/>
                <a:gdLst>
                  <a:gd name="T0" fmla="*/ 56 w 91"/>
                  <a:gd name="T1" fmla="*/ 127 h 127"/>
                  <a:gd name="T2" fmla="*/ 56 w 91"/>
                  <a:gd name="T3" fmla="*/ 102 h 127"/>
                  <a:gd name="T4" fmla="*/ 56 w 91"/>
                  <a:gd name="T5" fmla="*/ 51 h 127"/>
                  <a:gd name="T6" fmla="*/ 91 w 91"/>
                  <a:gd name="T7" fmla="*/ 51 h 127"/>
                  <a:gd name="T8" fmla="*/ 45 w 91"/>
                  <a:gd name="T9" fmla="*/ 0 h 127"/>
                  <a:gd name="T10" fmla="*/ 0 w 91"/>
                  <a:gd name="T11" fmla="*/ 51 h 127"/>
                  <a:gd name="T12" fmla="*/ 35 w 91"/>
                  <a:gd name="T13" fmla="*/ 51 h 127"/>
                  <a:gd name="T14" fmla="*/ 35 w 91"/>
                  <a:gd name="T15" fmla="*/ 106 h 127"/>
                  <a:gd name="T16" fmla="*/ 35 w 91"/>
                  <a:gd name="T17" fmla="*/ 127 h 127"/>
                  <a:gd name="T18" fmla="*/ 56 w 91"/>
                  <a:gd name="T19" fmla="*/ 127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1" h="127">
                    <a:moveTo>
                      <a:pt x="56" y="127"/>
                    </a:moveTo>
                    <a:lnTo>
                      <a:pt x="56" y="102"/>
                    </a:lnTo>
                    <a:lnTo>
                      <a:pt x="56" y="51"/>
                    </a:lnTo>
                    <a:lnTo>
                      <a:pt x="91" y="51"/>
                    </a:lnTo>
                    <a:lnTo>
                      <a:pt x="45" y="0"/>
                    </a:lnTo>
                    <a:lnTo>
                      <a:pt x="0" y="51"/>
                    </a:lnTo>
                    <a:lnTo>
                      <a:pt x="35" y="51"/>
                    </a:lnTo>
                    <a:lnTo>
                      <a:pt x="35" y="106"/>
                    </a:lnTo>
                    <a:lnTo>
                      <a:pt x="35" y="127"/>
                    </a:lnTo>
                    <a:lnTo>
                      <a:pt x="56" y="1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512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10048303" y="4901396"/>
              <a:ext cx="249238" cy="334963"/>
              <a:chOff x="6973889" y="4598989"/>
              <a:chExt cx="249238" cy="334963"/>
            </a:xfrm>
            <a:solidFill>
              <a:schemeClr val="bg1">
                <a:lumMod val="65000"/>
              </a:schemeClr>
            </a:solidFill>
          </p:grpSpPr>
          <p:sp>
            <p:nvSpPr>
              <p:cNvPr id="113" name="Freeform 795"/>
              <p:cNvSpPr>
                <a:spLocks noEditPoints="1"/>
              </p:cNvSpPr>
              <p:nvPr/>
            </p:nvSpPr>
            <p:spPr bwMode="auto">
              <a:xfrm>
                <a:off x="6973889" y="4598989"/>
                <a:ext cx="249238" cy="334963"/>
              </a:xfrm>
              <a:custGeom>
                <a:avLst/>
                <a:gdLst>
                  <a:gd name="T0" fmla="*/ 191 w 214"/>
                  <a:gd name="T1" fmla="*/ 20 h 289"/>
                  <a:gd name="T2" fmla="*/ 178 w 214"/>
                  <a:gd name="T3" fmla="*/ 20 h 289"/>
                  <a:gd name="T4" fmla="*/ 178 w 214"/>
                  <a:gd name="T5" fmla="*/ 11 h 289"/>
                  <a:gd name="T6" fmla="*/ 167 w 214"/>
                  <a:gd name="T7" fmla="*/ 0 h 289"/>
                  <a:gd name="T8" fmla="*/ 155 w 214"/>
                  <a:gd name="T9" fmla="*/ 11 h 289"/>
                  <a:gd name="T10" fmla="*/ 155 w 214"/>
                  <a:gd name="T11" fmla="*/ 20 h 289"/>
                  <a:gd name="T12" fmla="*/ 118 w 214"/>
                  <a:gd name="T13" fmla="*/ 20 h 289"/>
                  <a:gd name="T14" fmla="*/ 118 w 214"/>
                  <a:gd name="T15" fmla="*/ 11 h 289"/>
                  <a:gd name="T16" fmla="*/ 107 w 214"/>
                  <a:gd name="T17" fmla="*/ 0 h 289"/>
                  <a:gd name="T18" fmla="*/ 96 w 214"/>
                  <a:gd name="T19" fmla="*/ 11 h 289"/>
                  <a:gd name="T20" fmla="*/ 96 w 214"/>
                  <a:gd name="T21" fmla="*/ 20 h 289"/>
                  <a:gd name="T22" fmla="*/ 59 w 214"/>
                  <a:gd name="T23" fmla="*/ 20 h 289"/>
                  <a:gd name="T24" fmla="*/ 59 w 214"/>
                  <a:gd name="T25" fmla="*/ 11 h 289"/>
                  <a:gd name="T26" fmla="*/ 48 w 214"/>
                  <a:gd name="T27" fmla="*/ 0 h 289"/>
                  <a:gd name="T28" fmla="*/ 36 w 214"/>
                  <a:gd name="T29" fmla="*/ 11 h 289"/>
                  <a:gd name="T30" fmla="*/ 36 w 214"/>
                  <a:gd name="T31" fmla="*/ 20 h 289"/>
                  <a:gd name="T32" fmla="*/ 24 w 214"/>
                  <a:gd name="T33" fmla="*/ 20 h 289"/>
                  <a:gd name="T34" fmla="*/ 0 w 214"/>
                  <a:gd name="T35" fmla="*/ 43 h 289"/>
                  <a:gd name="T36" fmla="*/ 0 w 214"/>
                  <a:gd name="T37" fmla="*/ 266 h 289"/>
                  <a:gd name="T38" fmla="*/ 24 w 214"/>
                  <a:gd name="T39" fmla="*/ 289 h 289"/>
                  <a:gd name="T40" fmla="*/ 191 w 214"/>
                  <a:gd name="T41" fmla="*/ 289 h 289"/>
                  <a:gd name="T42" fmla="*/ 214 w 214"/>
                  <a:gd name="T43" fmla="*/ 266 h 289"/>
                  <a:gd name="T44" fmla="*/ 214 w 214"/>
                  <a:gd name="T45" fmla="*/ 43 h 289"/>
                  <a:gd name="T46" fmla="*/ 191 w 214"/>
                  <a:gd name="T47" fmla="*/ 20 h 289"/>
                  <a:gd name="T48" fmla="*/ 191 w 214"/>
                  <a:gd name="T49" fmla="*/ 264 h 289"/>
                  <a:gd name="T50" fmla="*/ 23 w 214"/>
                  <a:gd name="T51" fmla="*/ 264 h 289"/>
                  <a:gd name="T52" fmla="*/ 23 w 214"/>
                  <a:gd name="T53" fmla="*/ 45 h 289"/>
                  <a:gd name="T54" fmla="*/ 36 w 214"/>
                  <a:gd name="T55" fmla="*/ 45 h 289"/>
                  <a:gd name="T56" fmla="*/ 36 w 214"/>
                  <a:gd name="T57" fmla="*/ 52 h 289"/>
                  <a:gd name="T58" fmla="*/ 48 w 214"/>
                  <a:gd name="T59" fmla="*/ 63 h 289"/>
                  <a:gd name="T60" fmla="*/ 59 w 214"/>
                  <a:gd name="T61" fmla="*/ 52 h 289"/>
                  <a:gd name="T62" fmla="*/ 59 w 214"/>
                  <a:gd name="T63" fmla="*/ 45 h 289"/>
                  <a:gd name="T64" fmla="*/ 96 w 214"/>
                  <a:gd name="T65" fmla="*/ 45 h 289"/>
                  <a:gd name="T66" fmla="*/ 96 w 214"/>
                  <a:gd name="T67" fmla="*/ 52 h 289"/>
                  <a:gd name="T68" fmla="*/ 107 w 214"/>
                  <a:gd name="T69" fmla="*/ 63 h 289"/>
                  <a:gd name="T70" fmla="*/ 118 w 214"/>
                  <a:gd name="T71" fmla="*/ 52 h 289"/>
                  <a:gd name="T72" fmla="*/ 118 w 214"/>
                  <a:gd name="T73" fmla="*/ 45 h 289"/>
                  <a:gd name="T74" fmla="*/ 155 w 214"/>
                  <a:gd name="T75" fmla="*/ 45 h 289"/>
                  <a:gd name="T76" fmla="*/ 155 w 214"/>
                  <a:gd name="T77" fmla="*/ 52 h 289"/>
                  <a:gd name="T78" fmla="*/ 167 w 214"/>
                  <a:gd name="T79" fmla="*/ 63 h 289"/>
                  <a:gd name="T80" fmla="*/ 178 w 214"/>
                  <a:gd name="T81" fmla="*/ 52 h 289"/>
                  <a:gd name="T82" fmla="*/ 178 w 214"/>
                  <a:gd name="T83" fmla="*/ 45 h 289"/>
                  <a:gd name="T84" fmla="*/ 191 w 214"/>
                  <a:gd name="T85" fmla="*/ 45 h 289"/>
                  <a:gd name="T86" fmla="*/ 191 w 214"/>
                  <a:gd name="T87" fmla="*/ 264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14" h="289">
                    <a:moveTo>
                      <a:pt x="191" y="20"/>
                    </a:moveTo>
                    <a:cubicBezTo>
                      <a:pt x="178" y="20"/>
                      <a:pt x="178" y="20"/>
                      <a:pt x="178" y="20"/>
                    </a:cubicBezTo>
                    <a:cubicBezTo>
                      <a:pt x="178" y="11"/>
                      <a:pt x="178" y="11"/>
                      <a:pt x="178" y="11"/>
                    </a:cubicBezTo>
                    <a:cubicBezTo>
                      <a:pt x="178" y="5"/>
                      <a:pt x="173" y="0"/>
                      <a:pt x="167" y="0"/>
                    </a:cubicBezTo>
                    <a:cubicBezTo>
                      <a:pt x="160" y="0"/>
                      <a:pt x="155" y="5"/>
                      <a:pt x="155" y="11"/>
                    </a:cubicBezTo>
                    <a:cubicBezTo>
                      <a:pt x="155" y="20"/>
                      <a:pt x="155" y="20"/>
                      <a:pt x="155" y="20"/>
                    </a:cubicBezTo>
                    <a:cubicBezTo>
                      <a:pt x="118" y="20"/>
                      <a:pt x="118" y="20"/>
                      <a:pt x="118" y="20"/>
                    </a:cubicBezTo>
                    <a:cubicBezTo>
                      <a:pt x="118" y="11"/>
                      <a:pt x="118" y="11"/>
                      <a:pt x="118" y="11"/>
                    </a:cubicBezTo>
                    <a:cubicBezTo>
                      <a:pt x="118" y="5"/>
                      <a:pt x="113" y="0"/>
                      <a:pt x="107" y="0"/>
                    </a:cubicBezTo>
                    <a:cubicBezTo>
                      <a:pt x="101" y="0"/>
                      <a:pt x="96" y="5"/>
                      <a:pt x="96" y="11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11"/>
                      <a:pt x="59" y="11"/>
                      <a:pt x="59" y="11"/>
                    </a:cubicBezTo>
                    <a:cubicBezTo>
                      <a:pt x="59" y="5"/>
                      <a:pt x="54" y="0"/>
                      <a:pt x="48" y="0"/>
                    </a:cubicBezTo>
                    <a:cubicBezTo>
                      <a:pt x="41" y="0"/>
                      <a:pt x="36" y="5"/>
                      <a:pt x="36" y="1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11" y="20"/>
                      <a:pt x="0" y="30"/>
                      <a:pt x="0" y="43"/>
                    </a:cubicBezTo>
                    <a:cubicBezTo>
                      <a:pt x="0" y="266"/>
                      <a:pt x="0" y="266"/>
                      <a:pt x="0" y="266"/>
                    </a:cubicBezTo>
                    <a:cubicBezTo>
                      <a:pt x="0" y="278"/>
                      <a:pt x="11" y="289"/>
                      <a:pt x="24" y="289"/>
                    </a:cubicBezTo>
                    <a:cubicBezTo>
                      <a:pt x="191" y="289"/>
                      <a:pt x="191" y="289"/>
                      <a:pt x="191" y="289"/>
                    </a:cubicBezTo>
                    <a:cubicBezTo>
                      <a:pt x="204" y="289"/>
                      <a:pt x="214" y="278"/>
                      <a:pt x="214" y="266"/>
                    </a:cubicBezTo>
                    <a:cubicBezTo>
                      <a:pt x="214" y="43"/>
                      <a:pt x="214" y="43"/>
                      <a:pt x="214" y="43"/>
                    </a:cubicBezTo>
                    <a:cubicBezTo>
                      <a:pt x="214" y="30"/>
                      <a:pt x="204" y="20"/>
                      <a:pt x="191" y="20"/>
                    </a:cubicBezTo>
                    <a:close/>
                    <a:moveTo>
                      <a:pt x="191" y="264"/>
                    </a:moveTo>
                    <a:cubicBezTo>
                      <a:pt x="23" y="264"/>
                      <a:pt x="23" y="264"/>
                      <a:pt x="23" y="264"/>
                    </a:cubicBezTo>
                    <a:cubicBezTo>
                      <a:pt x="23" y="45"/>
                      <a:pt x="23" y="45"/>
                      <a:pt x="23" y="45"/>
                    </a:cubicBezTo>
                    <a:cubicBezTo>
                      <a:pt x="36" y="45"/>
                      <a:pt x="36" y="45"/>
                      <a:pt x="36" y="45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36" y="58"/>
                      <a:pt x="41" y="63"/>
                      <a:pt x="48" y="63"/>
                    </a:cubicBezTo>
                    <a:cubicBezTo>
                      <a:pt x="54" y="63"/>
                      <a:pt x="59" y="58"/>
                      <a:pt x="59" y="52"/>
                    </a:cubicBezTo>
                    <a:cubicBezTo>
                      <a:pt x="59" y="45"/>
                      <a:pt x="59" y="45"/>
                      <a:pt x="59" y="45"/>
                    </a:cubicBezTo>
                    <a:cubicBezTo>
                      <a:pt x="96" y="45"/>
                      <a:pt x="96" y="45"/>
                      <a:pt x="96" y="45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8"/>
                      <a:pt x="101" y="63"/>
                      <a:pt x="107" y="63"/>
                    </a:cubicBezTo>
                    <a:cubicBezTo>
                      <a:pt x="113" y="63"/>
                      <a:pt x="118" y="58"/>
                      <a:pt x="118" y="52"/>
                    </a:cubicBezTo>
                    <a:cubicBezTo>
                      <a:pt x="118" y="45"/>
                      <a:pt x="118" y="45"/>
                      <a:pt x="118" y="45"/>
                    </a:cubicBezTo>
                    <a:cubicBezTo>
                      <a:pt x="155" y="45"/>
                      <a:pt x="155" y="45"/>
                      <a:pt x="155" y="45"/>
                    </a:cubicBezTo>
                    <a:cubicBezTo>
                      <a:pt x="155" y="52"/>
                      <a:pt x="155" y="52"/>
                      <a:pt x="155" y="52"/>
                    </a:cubicBezTo>
                    <a:cubicBezTo>
                      <a:pt x="155" y="58"/>
                      <a:pt x="160" y="63"/>
                      <a:pt x="167" y="63"/>
                    </a:cubicBezTo>
                    <a:cubicBezTo>
                      <a:pt x="173" y="63"/>
                      <a:pt x="178" y="58"/>
                      <a:pt x="178" y="52"/>
                    </a:cubicBezTo>
                    <a:cubicBezTo>
                      <a:pt x="178" y="45"/>
                      <a:pt x="178" y="45"/>
                      <a:pt x="178" y="45"/>
                    </a:cubicBezTo>
                    <a:cubicBezTo>
                      <a:pt x="191" y="45"/>
                      <a:pt x="191" y="45"/>
                      <a:pt x="191" y="45"/>
                    </a:cubicBezTo>
                    <a:lnTo>
                      <a:pt x="191" y="2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512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4" name="Rectangle 796"/>
              <p:cNvSpPr>
                <a:spLocks noChangeArrowheads="1"/>
              </p:cNvSpPr>
              <p:nvPr/>
            </p:nvSpPr>
            <p:spPr bwMode="auto">
              <a:xfrm>
                <a:off x="7029451" y="4705351"/>
                <a:ext cx="138113" cy="190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512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5" name="Rectangle 797"/>
              <p:cNvSpPr>
                <a:spLocks noChangeArrowheads="1"/>
              </p:cNvSpPr>
              <p:nvPr/>
            </p:nvSpPr>
            <p:spPr bwMode="auto">
              <a:xfrm>
                <a:off x="7029451" y="4752976"/>
                <a:ext cx="138113" cy="190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512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6" name="Rectangle 798"/>
              <p:cNvSpPr>
                <a:spLocks noChangeArrowheads="1"/>
              </p:cNvSpPr>
              <p:nvPr/>
            </p:nvSpPr>
            <p:spPr bwMode="auto">
              <a:xfrm>
                <a:off x="7029451" y="4800601"/>
                <a:ext cx="138113" cy="190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512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7" name="Rectangle 799"/>
              <p:cNvSpPr>
                <a:spLocks noChangeArrowheads="1"/>
              </p:cNvSpPr>
              <p:nvPr/>
            </p:nvSpPr>
            <p:spPr bwMode="auto">
              <a:xfrm>
                <a:off x="7029451" y="4848226"/>
                <a:ext cx="138113" cy="174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512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79" name="文本框 20"/>
          <p:cNvSpPr txBox="1"/>
          <p:nvPr/>
        </p:nvSpPr>
        <p:spPr>
          <a:xfrm>
            <a:off x="3171825" y="1203325"/>
            <a:ext cx="5253038" cy="1938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/>
            <a:r>
              <a:rPr lang="en-US" altLang="zh-CN" sz="12000" dirty="0">
                <a:solidFill>
                  <a:srgbClr val="0066CC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2022</a:t>
            </a:r>
            <a:endParaRPr lang="en-US" altLang="zh-CN" sz="12000" dirty="0">
              <a:solidFill>
                <a:srgbClr val="0066CC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98438" y="242888"/>
            <a:ext cx="456882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51230" fontAlgn="base"/>
            <a:r>
              <a:rPr lang="zh-CN" altLang="en-US" sz="2800" b="1" strike="noStrike" noProof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一、按键实验硬件</a:t>
            </a:r>
            <a:r>
              <a:rPr lang="zh-CN" altLang="en-US" sz="2800" b="1" strike="noStrike" noProof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连接</a:t>
            </a:r>
            <a:endParaRPr lang="zh-CN" altLang="en-US" sz="2800" b="1" strike="noStrike" noProof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0" y="847725"/>
            <a:ext cx="11522075" cy="6350"/>
          </a:xfrm>
          <a:prstGeom prst="line">
            <a:avLst/>
          </a:prstGeom>
          <a:ln w="44450" cmpd="sng">
            <a:solidFill>
              <a:srgbClr val="0099F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2" name="TextBox 1"/>
          <p:cNvSpPr txBox="1">
            <a:spLocks noChangeArrowheads="1"/>
          </p:cNvSpPr>
          <p:nvPr/>
        </p:nvSpPr>
        <p:spPr bwMode="auto">
          <a:xfrm>
            <a:off x="860108" y="2582228"/>
            <a:ext cx="8605838" cy="215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7" name="TextBox 1"/>
          <p:cNvSpPr txBox="1"/>
          <p:nvPr/>
        </p:nvSpPr>
        <p:spPr>
          <a:xfrm>
            <a:off x="1141095" y="2366328"/>
            <a:ext cx="7559675" cy="830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/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indent="-457200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8" name="TextBox 1"/>
          <p:cNvSpPr txBox="1"/>
          <p:nvPr/>
        </p:nvSpPr>
        <p:spPr>
          <a:xfrm>
            <a:off x="5473065" y="4653598"/>
            <a:ext cx="803275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战舰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1270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96670" y="1989455"/>
            <a:ext cx="9037955" cy="22840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98438" y="242888"/>
            <a:ext cx="456882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51230" fontAlgn="base">
              <a:buClrTx/>
              <a:buSzTx/>
              <a:buFontTx/>
            </a:pPr>
            <a:r>
              <a:rPr lang="zh-CN" altLang="en-US" sz="2800" b="1" strike="noStrike" noProof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二、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GPIO输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入操作说明</a:t>
            </a:r>
            <a:endParaRPr lang="zh-CN" altLang="en-US" sz="2800" b="1" strike="noStrike" noProof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0" y="847725"/>
            <a:ext cx="11522075" cy="6350"/>
          </a:xfrm>
          <a:prstGeom prst="line">
            <a:avLst/>
          </a:prstGeom>
          <a:ln w="44450" cmpd="sng">
            <a:solidFill>
              <a:srgbClr val="0099F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2" name="TextBox 1"/>
          <p:cNvSpPr txBox="1">
            <a:spLocks noChangeArrowheads="1"/>
          </p:cNvSpPr>
          <p:nvPr/>
        </p:nvSpPr>
        <p:spPr bwMode="auto">
          <a:xfrm>
            <a:off x="864553" y="2565718"/>
            <a:ext cx="8605838" cy="215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4" name="TextBox 1"/>
          <p:cNvSpPr txBox="1"/>
          <p:nvPr/>
        </p:nvSpPr>
        <p:spPr>
          <a:xfrm>
            <a:off x="1008698" y="1593215"/>
            <a:ext cx="284162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TextBox 1"/>
          <p:cNvSpPr txBox="1"/>
          <p:nvPr/>
        </p:nvSpPr>
        <p:spPr>
          <a:xfrm>
            <a:off x="1008698" y="1671003"/>
            <a:ext cx="6073775" cy="9540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>
              <a:buClrTx/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读取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IO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口输入电平调用库函数为：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indent="-457200"/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TextBox 6"/>
          <p:cNvSpPr txBox="1"/>
          <p:nvPr/>
        </p:nvSpPr>
        <p:spPr>
          <a:xfrm>
            <a:off x="1008698" y="3050540"/>
            <a:ext cx="6051550" cy="9540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>
              <a:buClrTx/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读取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IO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口输入电平操作寄存器为：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indent="-457200">
              <a:buClrTx/>
              <a:buFont typeface="Wingdings" panose="05000000000000000000" pitchFamily="2" charset="2"/>
              <a:buChar char="u"/>
            </a:pP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7" name="TextBox 7"/>
          <p:cNvSpPr txBox="1"/>
          <p:nvPr/>
        </p:nvSpPr>
        <p:spPr>
          <a:xfrm>
            <a:off x="1294448" y="3698240"/>
            <a:ext cx="4264025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GPIOx_IDR: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端口输入寄存器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8" name="TextBox 8"/>
          <p:cNvSpPr txBox="1"/>
          <p:nvPr/>
        </p:nvSpPr>
        <p:spPr>
          <a:xfrm>
            <a:off x="1584643" y="2416175"/>
            <a:ext cx="8147050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uint8_t GPIO_ReadInputDataBit(GPIO_TypeDef* GPIOx, uint16_t GPIO_Pin);</a:t>
            </a:r>
            <a:endParaRPr lang="zh-CN" altLang="en-US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9" name="TextBox 11"/>
          <p:cNvSpPr txBox="1"/>
          <p:nvPr/>
        </p:nvSpPr>
        <p:spPr>
          <a:xfrm>
            <a:off x="1008698" y="4438015"/>
            <a:ext cx="6073775" cy="1630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>
              <a:buClrTx/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使用位带操作读取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IO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口输入电平：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indent="-45720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PEin(4)          -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读取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GPIOE.4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口电平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indent="-457200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    PEin(n)          -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读取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GPIOE.n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口电平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indent="-45720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Tm="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98438" y="242888"/>
            <a:ext cx="456882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51230" fontAlgn="base">
              <a:buClrTx/>
              <a:buSzTx/>
              <a:buFontTx/>
            </a:pPr>
            <a:r>
              <a:rPr lang="zh-CN" altLang="en-US" sz="2800" b="1" strike="noStrike" noProof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三、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按键输入实验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51230" fontAlgn="base">
              <a:buClrTx/>
              <a:buSzTx/>
              <a:buFontTx/>
            </a:pPr>
            <a:endParaRPr lang="zh-CN" altLang="en-US" sz="2800" b="1" strike="noStrike" noProof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0" y="847725"/>
            <a:ext cx="11522075" cy="6350"/>
          </a:xfrm>
          <a:prstGeom prst="line">
            <a:avLst/>
          </a:prstGeom>
          <a:ln w="44450" cmpd="sng">
            <a:solidFill>
              <a:srgbClr val="0099F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0" name="TextBox 1"/>
          <p:cNvSpPr txBox="1"/>
          <p:nvPr/>
        </p:nvSpPr>
        <p:spPr>
          <a:xfrm>
            <a:off x="1154430" y="1343025"/>
            <a:ext cx="723900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285750" indent="-285750">
              <a:buClrTx/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使能按键对应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IO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口时钟。调用函数：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indent="-285750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   RCC_APB2PeriphClockCmd();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indent="-285750">
              <a:buClrTx/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初始化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IO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模式：上拉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下拉输入。调用函数：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indent="-285750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   GPIO_Init();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indent="-285750">
              <a:buClrTx/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扫描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IO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口电平（库函数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寄存器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位操作）。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2" name="矩形 1"/>
          <p:cNvSpPr/>
          <p:nvPr/>
        </p:nvSpPr>
        <p:spPr>
          <a:xfrm>
            <a:off x="1154113" y="3574733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TextBox 3"/>
          <p:cNvSpPr txBox="1"/>
          <p:nvPr/>
        </p:nvSpPr>
        <p:spPr>
          <a:xfrm>
            <a:off x="1154430" y="3697288"/>
            <a:ext cx="8316913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buClrTx/>
              <a:buFont typeface="Wingdings" panose="05000000000000000000" pitchFamily="2" charset="2"/>
              <a:buChar char="u"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按键扫描思路</a:t>
            </a:r>
            <a:endParaRPr lang="en-US" altLang="zh-CN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441450" y="4654233"/>
            <a:ext cx="1223963" cy="0"/>
          </a:xfrm>
          <a:prstGeom prst="line">
            <a:avLst/>
          </a:prstGeom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665413" y="4654233"/>
            <a:ext cx="0" cy="863600"/>
          </a:xfrm>
          <a:prstGeom prst="line">
            <a:avLst/>
          </a:prstGeom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665413" y="5517833"/>
            <a:ext cx="1079500" cy="0"/>
          </a:xfrm>
          <a:prstGeom prst="line">
            <a:avLst/>
          </a:prstGeom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3744913" y="4654233"/>
            <a:ext cx="0" cy="863600"/>
          </a:xfrm>
          <a:prstGeom prst="line">
            <a:avLst/>
          </a:prstGeom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3744913" y="4654233"/>
            <a:ext cx="936625" cy="0"/>
          </a:xfrm>
          <a:prstGeom prst="line">
            <a:avLst/>
          </a:prstGeom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681538" y="4654233"/>
            <a:ext cx="0" cy="863600"/>
          </a:xfrm>
          <a:prstGeom prst="line">
            <a:avLst/>
          </a:prstGeom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4681538" y="5517833"/>
            <a:ext cx="936625" cy="0"/>
          </a:xfrm>
          <a:prstGeom prst="line">
            <a:avLst/>
          </a:prstGeom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5618163" y="4654233"/>
            <a:ext cx="0" cy="863600"/>
          </a:xfrm>
          <a:prstGeom prst="line">
            <a:avLst/>
          </a:prstGeom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5618163" y="4654233"/>
            <a:ext cx="935038" cy="0"/>
          </a:xfrm>
          <a:prstGeom prst="line">
            <a:avLst/>
          </a:prstGeom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553200" y="4654233"/>
            <a:ext cx="0" cy="863600"/>
          </a:xfrm>
          <a:prstGeom prst="line">
            <a:avLst/>
          </a:prstGeom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6553200" y="5517833"/>
            <a:ext cx="1512888" cy="0"/>
          </a:xfrm>
          <a:prstGeom prst="line">
            <a:avLst/>
          </a:prstGeom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520950" y="4870133"/>
            <a:ext cx="144463" cy="215900"/>
          </a:xfrm>
          <a:prstGeom prst="line">
            <a:avLst/>
          </a:prstGeom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2665413" y="4870133"/>
            <a:ext cx="144463" cy="215900"/>
          </a:xfrm>
          <a:prstGeom prst="line">
            <a:avLst/>
          </a:prstGeom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4537075" y="4870133"/>
            <a:ext cx="144463" cy="215900"/>
          </a:xfrm>
          <a:prstGeom prst="line">
            <a:avLst/>
          </a:prstGeom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3" name="直接连接符 18432"/>
          <p:cNvCxnSpPr/>
          <p:nvPr/>
        </p:nvCxnSpPr>
        <p:spPr>
          <a:xfrm flipV="1">
            <a:off x="4681538" y="4870133"/>
            <a:ext cx="144463" cy="215900"/>
          </a:xfrm>
          <a:prstGeom prst="line">
            <a:avLst/>
          </a:prstGeom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1" name="直接箭头连接符 18440"/>
          <p:cNvCxnSpPr/>
          <p:nvPr/>
        </p:nvCxnSpPr>
        <p:spPr>
          <a:xfrm flipV="1">
            <a:off x="2809875" y="5517833"/>
            <a:ext cx="0" cy="649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V="1">
            <a:off x="3097213" y="5517833"/>
            <a:ext cx="0" cy="649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V="1">
            <a:off x="3889375" y="4654233"/>
            <a:ext cx="0" cy="6477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flipV="1">
            <a:off x="4213225" y="4654233"/>
            <a:ext cx="0" cy="6477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V="1">
            <a:off x="4826000" y="5517833"/>
            <a:ext cx="0" cy="649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V="1">
            <a:off x="5149850" y="5517833"/>
            <a:ext cx="0" cy="649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V="1">
            <a:off x="6110288" y="4654233"/>
            <a:ext cx="0" cy="6477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V="1">
            <a:off x="6410325" y="4654233"/>
            <a:ext cx="0" cy="6477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V="1">
            <a:off x="1692275" y="4668520"/>
            <a:ext cx="0" cy="649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V="1">
            <a:off x="2052638" y="4668520"/>
            <a:ext cx="0" cy="649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V="1">
            <a:off x="2378075" y="4690745"/>
            <a:ext cx="0" cy="649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V="1">
            <a:off x="3386138" y="5517833"/>
            <a:ext cx="0" cy="649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V="1">
            <a:off x="4465638" y="4662170"/>
            <a:ext cx="0" cy="649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V="1">
            <a:off x="5545138" y="5517833"/>
            <a:ext cx="0" cy="649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5762625" y="4638358"/>
            <a:ext cx="0" cy="649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Tm="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98438" y="242888"/>
            <a:ext cx="456882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51230" fontAlgn="base">
              <a:buClrTx/>
              <a:buSzTx/>
              <a:buFontTx/>
            </a:pPr>
            <a:r>
              <a:rPr lang="zh-CN" altLang="en-US" sz="2800" b="1" strike="noStrike" noProof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三、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按键输入实验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51230" fontAlgn="base">
              <a:buClrTx/>
              <a:buSzTx/>
              <a:buFontTx/>
            </a:pPr>
            <a:endParaRPr lang="zh-CN" altLang="en-US" sz="2800" b="1" strike="noStrike" noProof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0" y="847725"/>
            <a:ext cx="11522075" cy="6350"/>
          </a:xfrm>
          <a:prstGeom prst="line">
            <a:avLst/>
          </a:prstGeom>
          <a:ln w="44450" cmpd="sng">
            <a:solidFill>
              <a:srgbClr val="0099F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86" name="矩形 1"/>
          <p:cNvSpPr/>
          <p:nvPr/>
        </p:nvSpPr>
        <p:spPr>
          <a:xfrm>
            <a:off x="936308" y="1629728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TextBox 3"/>
          <p:cNvSpPr txBox="1"/>
          <p:nvPr/>
        </p:nvSpPr>
        <p:spPr>
          <a:xfrm>
            <a:off x="899795" y="1556703"/>
            <a:ext cx="8316913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buClrTx/>
              <a:buFont typeface="Wingdings" panose="05000000000000000000" pitchFamily="2" charset="2"/>
              <a:buChar char="u"/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 C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语言关键字 ：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static</a:t>
            </a:r>
            <a:endParaRPr lang="en-US" altLang="zh-CN" sz="4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TextBox 1"/>
          <p:cNvSpPr txBox="1"/>
          <p:nvPr/>
        </p:nvSpPr>
        <p:spPr>
          <a:xfrm>
            <a:off x="1152208" y="2493328"/>
            <a:ext cx="7775575" cy="2308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buClrTx/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Static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申明的局部变量，存储在静态存储区。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/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buClrTx/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它在函数调用结束之后，不会被释放。它的值会一直保留下来。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/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buClrTx/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所以可以说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static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申明的局部变量，具有记忆功能。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Tm="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98438" y="242888"/>
            <a:ext cx="456882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51230" fontAlgn="base">
              <a:buClrTx/>
              <a:buSzTx/>
              <a:buFontTx/>
            </a:pPr>
            <a:r>
              <a:rPr lang="zh-CN" altLang="en-US" sz="2800" b="1" strike="noStrike" noProof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三、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按键输入实验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51230" fontAlgn="base">
              <a:buClrTx/>
              <a:buSzTx/>
              <a:buFontTx/>
            </a:pPr>
            <a:endParaRPr lang="zh-CN" altLang="en-US" sz="2800" b="1" strike="noStrike" noProof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0" y="847725"/>
            <a:ext cx="11522075" cy="6350"/>
          </a:xfrm>
          <a:prstGeom prst="line">
            <a:avLst/>
          </a:prstGeom>
          <a:ln w="44450" cmpd="sng">
            <a:solidFill>
              <a:srgbClr val="0099F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0" name="矩形 1"/>
          <p:cNvSpPr/>
          <p:nvPr/>
        </p:nvSpPr>
        <p:spPr>
          <a:xfrm>
            <a:off x="842963" y="1618298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TextBox 2"/>
          <p:cNvSpPr txBox="1"/>
          <p:nvPr/>
        </p:nvSpPr>
        <p:spPr>
          <a:xfrm>
            <a:off x="1058863" y="1618298"/>
            <a:ext cx="7788275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285750" indent="-285750">
              <a:buClrTx/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每次调用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getValue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函数之后，返回值是多少？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43513" y="2570798"/>
            <a:ext cx="3276600" cy="23069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int getValue(void)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{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static int  flag=0;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flag++;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return flag;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}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90663" y="2566035"/>
            <a:ext cx="3276600" cy="23082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getValue(void)</a:t>
            </a: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int  flag=0;</a:t>
            </a: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flag++;</a:t>
            </a: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return flag;</a:t>
            </a: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Tm="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98438" y="242888"/>
            <a:ext cx="456882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51230" fontAlgn="base">
              <a:buClrTx/>
              <a:buSzTx/>
              <a:buFontTx/>
            </a:pPr>
            <a:r>
              <a:rPr lang="zh-CN" altLang="en-US" sz="2800" b="1" strike="noStrike" noProof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三、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按键输入实验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51230" fontAlgn="base">
              <a:buClrTx/>
              <a:buSzTx/>
              <a:buFontTx/>
            </a:pPr>
            <a:endParaRPr lang="zh-CN" altLang="en-US" sz="2800" b="1" strike="noStrike" noProof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0" y="847725"/>
            <a:ext cx="11522075" cy="6350"/>
          </a:xfrm>
          <a:prstGeom prst="line">
            <a:avLst/>
          </a:prstGeom>
          <a:ln w="44450" cmpd="sng">
            <a:solidFill>
              <a:srgbClr val="0099F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4" name="矩形 1"/>
          <p:cNvSpPr/>
          <p:nvPr/>
        </p:nvSpPr>
        <p:spPr>
          <a:xfrm>
            <a:off x="1008698" y="1269048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TextBox 3"/>
          <p:cNvSpPr txBox="1"/>
          <p:nvPr/>
        </p:nvSpPr>
        <p:spPr>
          <a:xfrm>
            <a:off x="972185" y="1196023"/>
            <a:ext cx="8316913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buClrTx/>
              <a:buFont typeface="Wingdings" panose="05000000000000000000" pitchFamily="2" charset="2"/>
              <a:buChar char="u"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按键扫描（支持连续按）的一般思路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50950" y="1853565"/>
            <a:ext cx="6470650" cy="45231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u8 KEY_Scan(void)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{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if(KEY</a:t>
            </a: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按下）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{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   delay_ms(10)</a:t>
            </a: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；</a:t>
            </a: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//</a:t>
            </a: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延时</a:t>
            </a: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10-20ms</a:t>
            </a: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，防抖。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   if(KEY</a:t>
            </a: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确实按下</a:t>
            </a: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)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    {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       return KEY_Value</a:t>
            </a: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；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     }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  return </a:t>
            </a: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无效值；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}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}</a:t>
            </a:r>
            <a:endParaRPr lang="en-US" altLang="zh-CN" sz="2400" noProof="0" smtClean="0">
              <a:ln>
                <a:noFill/>
              </a:ln>
              <a:effectLst/>
              <a:uLnTx/>
              <a:uFillTx/>
              <a:sym typeface="+mn-ea"/>
            </a:endParaRPr>
          </a:p>
        </p:txBody>
      </p:sp>
      <p:sp>
        <p:nvSpPr>
          <p:cNvPr id="3" name="右箭头标注 2"/>
          <p:cNvSpPr/>
          <p:nvPr/>
        </p:nvSpPr>
        <p:spPr>
          <a:xfrm flipH="1">
            <a:off x="7839393" y="1925638"/>
            <a:ext cx="2232025" cy="3416300"/>
          </a:xfrm>
          <a:prstGeom prst="rightArrowCallout">
            <a:avLst/>
          </a:prstGeom>
          <a:solidFill>
            <a:schemeClr val="tx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如果我要实现：按键按下，没有松开，只能算按下一次，这个函数无法实现。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Tm="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98438" y="242888"/>
            <a:ext cx="456882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51230" fontAlgn="base">
              <a:buClrTx/>
              <a:buSzTx/>
              <a:buFontTx/>
            </a:pPr>
            <a:r>
              <a:rPr lang="zh-CN" altLang="en-US" sz="2800" b="1" strike="noStrike" noProof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三、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按键输入实验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51230" fontAlgn="base">
              <a:buClrTx/>
              <a:buSzTx/>
              <a:buFontTx/>
            </a:pPr>
            <a:endParaRPr lang="zh-CN" altLang="en-US" sz="2800" b="1" strike="noStrike" noProof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0" y="847725"/>
            <a:ext cx="11522075" cy="6350"/>
          </a:xfrm>
          <a:prstGeom prst="line">
            <a:avLst/>
          </a:prstGeom>
          <a:ln w="44450" cmpd="sng">
            <a:solidFill>
              <a:srgbClr val="0099F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8" name="矩形 1"/>
          <p:cNvSpPr/>
          <p:nvPr/>
        </p:nvSpPr>
        <p:spPr>
          <a:xfrm>
            <a:off x="432118" y="1197293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59" name="TextBox 3"/>
          <p:cNvSpPr txBox="1"/>
          <p:nvPr/>
        </p:nvSpPr>
        <p:spPr>
          <a:xfrm>
            <a:off x="936625" y="1257618"/>
            <a:ext cx="8316913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buClrTx/>
              <a:buFont typeface="Wingdings" panose="05000000000000000000" pitchFamily="2" charset="2"/>
              <a:buChar char="u"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按键扫描（不支持连续按）的一般思路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52525" y="1989455"/>
            <a:ext cx="7675245" cy="43999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u8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KEY_Scan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(void)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{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static u8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key_up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=1;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if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（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key_up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&amp;&amp;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KEY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按下）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{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delay_ms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(10);//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延时，防抖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key_up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=0;//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标记这次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key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已经按下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if(KEY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确实按下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)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  {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   return KEY_VALUE;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  }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}else if(KEY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没有按下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) 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key_up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=1;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return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没有按下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}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</p:txBody>
      </p:sp>
      <p:sp>
        <p:nvSpPr>
          <p:cNvPr id="3" name="右箭头标注 2"/>
          <p:cNvSpPr/>
          <p:nvPr/>
        </p:nvSpPr>
        <p:spPr>
          <a:xfrm flipH="1">
            <a:off x="8827453" y="2349183"/>
            <a:ext cx="2232025" cy="3416300"/>
          </a:xfrm>
          <a:prstGeom prst="rightArrowCallout">
            <a:avLst/>
          </a:prstGeom>
          <a:solidFill>
            <a:schemeClr val="tx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不支持连续按：就是说，按键按下了，没有松开，只能算一次。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Tm="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98438" y="242888"/>
            <a:ext cx="456882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51230" fontAlgn="base">
              <a:buClrTx/>
              <a:buSzTx/>
              <a:buFontTx/>
            </a:pPr>
            <a:r>
              <a:rPr lang="zh-CN" altLang="en-US" sz="2800" b="1" strike="noStrike" noProof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三、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按键输入实验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51230" fontAlgn="base">
              <a:buClrTx/>
              <a:buSzTx/>
              <a:buFontTx/>
            </a:pPr>
            <a:endParaRPr lang="zh-CN" altLang="en-US" sz="2800" b="1" strike="noStrike" noProof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0" y="847725"/>
            <a:ext cx="11522075" cy="6350"/>
          </a:xfrm>
          <a:prstGeom prst="line">
            <a:avLst/>
          </a:prstGeom>
          <a:ln w="44450" cmpd="sng">
            <a:solidFill>
              <a:srgbClr val="0099F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2" name="矩形 1"/>
          <p:cNvSpPr/>
          <p:nvPr/>
        </p:nvSpPr>
        <p:spPr>
          <a:xfrm>
            <a:off x="1019493" y="1549083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3" name="TextBox 3"/>
          <p:cNvSpPr txBox="1"/>
          <p:nvPr/>
        </p:nvSpPr>
        <p:spPr>
          <a:xfrm>
            <a:off x="1224915" y="1125538"/>
            <a:ext cx="8316913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buClrTx/>
              <a:buFont typeface="Wingdings" panose="05000000000000000000" pitchFamily="2" charset="2"/>
              <a:buChar char="u"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按键扫描（两种模式合二为一）的一般思路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96670" y="1701800"/>
            <a:ext cx="5484495" cy="4769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4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u8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KEY_Scan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(u8 mode)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{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static u8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key_up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=1;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if(mode==1)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key_up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=1;//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支持连续按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if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（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key_up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&amp;&amp;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KEY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按下）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{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delay_ms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(10);//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延时，防抖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key_up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=0;//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标记这次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key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已经按下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if(KEY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确实按下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)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  {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   return KEY_VALUE;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  }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  }else if(KEY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没有按下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) 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key_up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=1;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 return </a:t>
            </a: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没有按下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2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}</a:t>
            </a:r>
            <a:endParaRPr lang="en-US" altLang="zh-CN" sz="2000" noProof="0" smtClean="0">
              <a:ln>
                <a:noFill/>
              </a:ln>
              <a:effectLst/>
              <a:uLnTx/>
              <a:uFillTx/>
              <a:sym typeface="+mn-ea"/>
            </a:endParaRPr>
          </a:p>
        </p:txBody>
      </p:sp>
    </p:spTree>
  </p:cSld>
  <p:clrMapOvr>
    <a:masterClrMapping/>
  </p:clrMapOvr>
  <p:transition spd="slow" advTm="0">
    <p:fade/>
  </p:transition>
</p:sld>
</file>

<file path=ppt/tags/tag1.xml><?xml version="1.0" encoding="utf-8"?>
<p:tagLst xmlns:p="http://schemas.openxmlformats.org/presentationml/2006/main">
  <p:tag name="KSO_WM_UNIT_PLACING_PICTURE_USER_VIEWPORT" val="{&quot;height&quot;:2842.5007874015746,&quot;width&quot;:11250}"/>
</p:tagLst>
</file>

<file path=ppt/tags/tag2.xml><?xml version="1.0" encoding="utf-8"?>
<p:tagLst xmlns:p="http://schemas.openxmlformats.org/presentationml/2006/main">
  <p:tag name="COMMONDATA" val="eyJoZGlkIjoiZWY4OTJjMmQxNDQ2NDZhZWQwNDU0NmI5NmY5NThjMDM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1585</Words>
  <Application>WPS 演示</Application>
  <PresentationFormat>自定义</PresentationFormat>
  <Paragraphs>161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38" baseType="lpstr">
      <vt:lpstr>Arial</vt:lpstr>
      <vt:lpstr>宋体</vt:lpstr>
      <vt:lpstr>Wingdings</vt:lpstr>
      <vt:lpstr>Calibri</vt:lpstr>
      <vt:lpstr>微软雅黑</vt:lpstr>
      <vt:lpstr>ITC Avant Garde Std Bk</vt:lpstr>
      <vt:lpstr>Segoe Print</vt:lpstr>
      <vt:lpstr>Impact</vt:lpstr>
      <vt:lpstr>Adobe 黑体 Std R</vt:lpstr>
      <vt:lpstr>黑体</vt:lpstr>
      <vt:lpstr>Agency FB</vt:lpstr>
      <vt:lpstr>方正兰亭细黑_GBK_M</vt:lpstr>
      <vt:lpstr>汉仪菱心体简</vt:lpstr>
      <vt:lpstr>仿宋_GB2312</vt:lpstr>
      <vt:lpstr>仿宋</vt:lpstr>
      <vt:lpstr>Calibri</vt:lpstr>
      <vt:lpstr>方正兰亭细黑_GBK_M</vt:lpstr>
      <vt:lpstr>Arial</vt:lpstr>
      <vt:lpstr>Arial Unicode MS</vt:lpstr>
      <vt:lpstr>华文宋体</vt:lpstr>
      <vt:lpstr>华文琥珀</vt:lpstr>
      <vt:lpstr>Arial Unicode MS</vt:lpstr>
      <vt:lpstr>华文仿宋</vt:lpstr>
      <vt:lpstr>华文行楷</vt:lpstr>
      <vt:lpstr>华文细黑</vt:lpstr>
      <vt:lpstr>方正姚体</vt:lpstr>
      <vt:lpstr>Verdana</vt:lpstr>
      <vt:lpstr>第一PPT，www.1ppt.com</vt:lpstr>
      <vt:lpstr>1_第一PPT，www.1ppt.com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简洁多边形</dc:title>
  <dc:creator>第一PPT模板网：www.1ppt.com</dc:creator>
  <cp:keywords>第一PPT模板网：www.1ppt.com</cp:keywords>
  <cp:lastModifiedBy>王鸿飞</cp:lastModifiedBy>
  <cp:revision>228</cp:revision>
  <dcterms:created xsi:type="dcterms:W3CDTF">2015-11-08T02:29:44Z</dcterms:created>
  <dcterms:modified xsi:type="dcterms:W3CDTF">2022-10-12T00:47:42Z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1A458E2A92124550B100F4309B662C34</vt:lpwstr>
  </property>
</Properties>
</file>
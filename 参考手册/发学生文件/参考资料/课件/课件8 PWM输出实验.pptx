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</p:sldMasterIdLst>
  <p:notesMasterIdLst>
    <p:notesMasterId r:id="rId35"/>
  </p:notesMasterIdLst>
  <p:sldIdLst>
    <p:sldId id="478" r:id="rId16"/>
    <p:sldId id="496" r:id="rId17"/>
    <p:sldId id="450" r:id="rId18"/>
    <p:sldId id="451" r:id="rId19"/>
    <p:sldId id="452" r:id="rId20"/>
    <p:sldId id="453" r:id="rId21"/>
    <p:sldId id="464" r:id="rId22"/>
    <p:sldId id="454" r:id="rId23"/>
    <p:sldId id="455" r:id="rId24"/>
    <p:sldId id="456" r:id="rId25"/>
    <p:sldId id="458" r:id="rId26"/>
    <p:sldId id="459" r:id="rId27"/>
    <p:sldId id="460" r:id="rId28"/>
    <p:sldId id="461" r:id="rId29"/>
    <p:sldId id="475" r:id="rId30"/>
    <p:sldId id="463" r:id="rId31"/>
    <p:sldId id="462" r:id="rId32"/>
    <p:sldId id="479" r:id="rId33"/>
    <p:sldId id="480" r:id="rId34"/>
  </p:sldIdLst>
  <p:sldSz cx="12192000" cy="6858000"/>
  <p:notesSz cx="6858000" cy="9144000"/>
  <p:custDataLst>
    <p:tags r:id="rId3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7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  <a:srgbClr val="E6AF00"/>
    <a:srgbClr val="F4B183"/>
    <a:srgbClr val="FABE00"/>
    <a:srgbClr val="FFC713"/>
    <a:srgbClr val="FFC000"/>
    <a:srgbClr val="F19C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888"/>
    <p:restoredTop sz="94660"/>
  </p:normalViewPr>
  <p:slideViewPr>
    <p:cSldViewPr snapToGrid="0" showGuides="1">
      <p:cViewPr>
        <p:scale>
          <a:sx n="125" d="100"/>
          <a:sy n="125" d="100"/>
        </p:scale>
        <p:origin x="252" y="720"/>
      </p:cViewPr>
      <p:guideLst>
        <p:guide orient="horz" pos="2080"/>
        <p:guide pos="37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9" Type="http://schemas.openxmlformats.org/officeDocument/2006/relationships/tags" Target="tags/tag319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19.xml"/><Relationship Id="rId33" Type="http://schemas.openxmlformats.org/officeDocument/2006/relationships/slide" Target="slides/slide18.xml"/><Relationship Id="rId32" Type="http://schemas.openxmlformats.org/officeDocument/2006/relationships/slide" Target="slides/slide17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4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0" Type="http://schemas.openxmlformats.org/officeDocument/2006/relationships/slide" Target="slides/slide5.xml"/><Relationship Id="rId2" Type="http://schemas.openxmlformats.org/officeDocument/2006/relationships/theme" Target="theme/theme1.xml"/><Relationship Id="rId19" Type="http://schemas.openxmlformats.org/officeDocument/2006/relationships/slide" Target="slides/slide4.xml"/><Relationship Id="rId18" Type="http://schemas.openxmlformats.org/officeDocument/2006/relationships/slide" Target="slides/slide3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15" Type="http://schemas.openxmlformats.org/officeDocument/2006/relationships/tags" Target="../tags/tag16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flip="none" rotWithShape="1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4"/>
          <p:cNvSpPr/>
          <p:nvPr>
            <p:custDataLst>
              <p:tags r:id="rId2"/>
            </p:custDataLst>
          </p:nvPr>
        </p:nvSpPr>
        <p:spPr>
          <a:xfrm>
            <a:off x="5392960" y="3624961"/>
            <a:ext cx="1406081" cy="5071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>
            <p:custDataLst>
              <p:tags r:id="rId3"/>
            </p:custDataLst>
          </p:nvPr>
        </p:nvSpPr>
        <p:spPr>
          <a:xfrm flipV="1">
            <a:off x="3644900" y="1195334"/>
            <a:ext cx="4902200" cy="4226034"/>
          </a:xfrm>
          <a:prstGeom prst="triangl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</a:endParaRPr>
          </a:p>
        </p:txBody>
      </p:sp>
      <p:sp>
        <p:nvSpPr>
          <p:cNvPr id="9" name="等腰三角形 8"/>
          <p:cNvSpPr/>
          <p:nvPr>
            <p:custDataLst>
              <p:tags r:id="rId4"/>
            </p:custDataLst>
          </p:nvPr>
        </p:nvSpPr>
        <p:spPr>
          <a:xfrm flipV="1">
            <a:off x="3644900" y="1898279"/>
            <a:ext cx="4902200" cy="4226034"/>
          </a:xfrm>
          <a:prstGeom prst="triangl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</a:endParaRPr>
          </a:p>
        </p:txBody>
      </p:sp>
      <p:sp>
        <p:nvSpPr>
          <p:cNvPr id="10" name="等腰三角形 9"/>
          <p:cNvSpPr/>
          <p:nvPr>
            <p:custDataLst>
              <p:tags r:id="rId5"/>
            </p:custDataLst>
          </p:nvPr>
        </p:nvSpPr>
        <p:spPr>
          <a:xfrm rot="2315082">
            <a:off x="10343515" y="1211848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1" name="等腰三角形 10"/>
          <p:cNvSpPr/>
          <p:nvPr>
            <p:custDataLst>
              <p:tags r:id="rId6"/>
            </p:custDataLst>
          </p:nvPr>
        </p:nvSpPr>
        <p:spPr>
          <a:xfrm rot="17631882" flipV="1">
            <a:off x="11435715" y="900332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>
            <p:custDataLst>
              <p:tags r:id="rId7"/>
            </p:custDataLst>
          </p:nvPr>
        </p:nvSpPr>
        <p:spPr>
          <a:xfrm flipV="1">
            <a:off x="10091266" y="2199225"/>
            <a:ext cx="322734" cy="27821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>
            <p:custDataLst>
              <p:tags r:id="rId8"/>
            </p:custDataLst>
          </p:nvPr>
        </p:nvSpPr>
        <p:spPr>
          <a:xfrm rot="2315082">
            <a:off x="2841068" y="4091262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4" name="等腰三角形 13"/>
          <p:cNvSpPr/>
          <p:nvPr>
            <p:custDataLst>
              <p:tags r:id="rId9"/>
            </p:custDataLst>
          </p:nvPr>
        </p:nvSpPr>
        <p:spPr>
          <a:xfrm rot="2644620">
            <a:off x="624917" y="4983437"/>
            <a:ext cx="533400" cy="45982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5" name="等腰三角形 14"/>
          <p:cNvSpPr/>
          <p:nvPr>
            <p:custDataLst>
              <p:tags r:id="rId10"/>
            </p:custDataLst>
          </p:nvPr>
        </p:nvSpPr>
        <p:spPr>
          <a:xfrm rot="19428006" flipV="1">
            <a:off x="1688015" y="5074067"/>
            <a:ext cx="322734" cy="27821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9" name="等腰三角形 18"/>
          <p:cNvSpPr/>
          <p:nvPr>
            <p:custDataLst>
              <p:tags r:id="rId11"/>
            </p:custDataLst>
          </p:nvPr>
        </p:nvSpPr>
        <p:spPr>
          <a:xfrm rot="17425212" flipV="1">
            <a:off x="1927397" y="4328667"/>
            <a:ext cx="322734" cy="27821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2019277" y="2013337"/>
            <a:ext cx="8153446" cy="1474112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5289442" y="3624961"/>
            <a:ext cx="1589823" cy="507111"/>
          </a:xfrm>
        </p:spPr>
        <p:txBody>
          <a:bodyPr lIns="90000" tIns="46800" rIns="90000" bIns="46800" anchor="ctr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8" name="等腰三角形 7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9" name="等腰三角形 8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 userDrawn="1">
            <p:ph idx="1"/>
            <p:custDataLst>
              <p:tags r:id="rId7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2311672" y="1854199"/>
            <a:ext cx="7568657" cy="28194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 dirty="0">
              <a:latin typeface="Arial" panose="020B0604020202020204" pitchFamily="34" charset="0"/>
            </a:endParaRPr>
          </a:p>
        </p:txBody>
      </p:sp>
      <p:sp>
        <p:nvSpPr>
          <p:cNvPr id="10" name="矩形: 圆角 4"/>
          <p:cNvSpPr/>
          <p:nvPr userDrawn="1">
            <p:custDataLst>
              <p:tags r:id="rId7"/>
            </p:custDataLst>
          </p:nvPr>
        </p:nvSpPr>
        <p:spPr>
          <a:xfrm>
            <a:off x="5392960" y="1600644"/>
            <a:ext cx="1406081" cy="50711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>
            <p:custDataLst>
              <p:tags r:id="rId8"/>
            </p:custDataLst>
          </p:nvPr>
        </p:nvCxnSpPr>
        <p:spPr>
          <a:xfrm>
            <a:off x="5759450" y="3365500"/>
            <a:ext cx="6731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3198091" y="3492500"/>
            <a:ext cx="5795818" cy="800102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7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4" name="等腰三角形 13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6" name="等腰三角形 15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" name="等腰三角形 16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2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9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0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9" name="等腰三角形 8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0" name="组合 9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1" name="等腰三角形 10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" name="等腰三角形 11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261175" y="305272"/>
            <a:ext cx="11651124" cy="6176188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7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8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61175" y="304800"/>
            <a:ext cx="11626025" cy="6248400"/>
            <a:chOff x="261175" y="304800"/>
            <a:chExt cx="11626025" cy="6248400"/>
          </a:xfrm>
        </p:grpSpPr>
        <p:sp>
          <p:nvSpPr>
            <p:cNvPr id="11" name="矩形 10"/>
            <p:cNvSpPr/>
            <p:nvPr userDrawn="1">
              <p:custDataLst>
                <p:tags r:id="rId3"/>
              </p:custDataLst>
            </p:nvPr>
          </p:nvSpPr>
          <p:spPr>
            <a:xfrm>
              <a:off x="304800" y="304800"/>
              <a:ext cx="11582400" cy="6248400"/>
            </a:xfrm>
            <a:prstGeom prst="rect">
              <a:avLst/>
            </a:prstGeom>
            <a:gradFill flip="none" rotWithShape="1">
              <a:gsLst>
                <a:gs pos="40000">
                  <a:schemeClr val="bg2"/>
                </a:gs>
                <a:gs pos="92000">
                  <a:schemeClr val="tx2"/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42900" sx="106000" sy="106000" algn="ctr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 dirty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261175" y="597763"/>
              <a:ext cx="11327050" cy="5883697"/>
              <a:chOff x="261175" y="597763"/>
              <a:chExt cx="11327050" cy="5883697"/>
            </a:xfrm>
          </p:grpSpPr>
          <p:sp>
            <p:nvSpPr>
              <p:cNvPr id="13" name="等腰三角形 12"/>
              <p:cNvSpPr/>
              <p:nvPr userDrawn="1">
                <p:custDataLst>
                  <p:tags r:id="rId4"/>
                </p:custDataLst>
              </p:nvPr>
            </p:nvSpPr>
            <p:spPr>
              <a:xfrm rot="2315082">
                <a:off x="261175" y="6021632"/>
                <a:ext cx="533400" cy="45982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等腰三角形 13"/>
              <p:cNvSpPr/>
              <p:nvPr userDrawn="1">
                <p:custDataLst>
                  <p:tags r:id="rId5"/>
                </p:custDataLst>
              </p:nvPr>
            </p:nvSpPr>
            <p:spPr>
              <a:xfrm rot="2015744" flipV="1">
                <a:off x="11265491" y="597763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6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7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marL="5143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9715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4287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8859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343150" indent="-28575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261175" y="304800"/>
            <a:ext cx="11626025" cy="6248400"/>
            <a:chOff x="261175" y="304800"/>
            <a:chExt cx="11626025" cy="6248400"/>
          </a:xfrm>
        </p:grpSpPr>
        <p:sp>
          <p:nvSpPr>
            <p:cNvPr id="11" name="矩形 10"/>
            <p:cNvSpPr/>
            <p:nvPr userDrawn="1">
              <p:custDataLst>
                <p:tags r:id="rId3"/>
              </p:custDataLst>
            </p:nvPr>
          </p:nvSpPr>
          <p:spPr>
            <a:xfrm>
              <a:off x="304800" y="304800"/>
              <a:ext cx="11582400" cy="6248400"/>
            </a:xfrm>
            <a:prstGeom prst="rect">
              <a:avLst/>
            </a:prstGeom>
            <a:gradFill flip="none" rotWithShape="1">
              <a:gsLst>
                <a:gs pos="40000">
                  <a:schemeClr val="bg2"/>
                </a:gs>
                <a:gs pos="92000">
                  <a:schemeClr val="tx2"/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42900" sx="106000" sy="106000" algn="ctr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 dirty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261175" y="597763"/>
              <a:ext cx="11327050" cy="5883697"/>
              <a:chOff x="261175" y="597763"/>
              <a:chExt cx="11327050" cy="5883697"/>
            </a:xfrm>
          </p:grpSpPr>
          <p:sp>
            <p:nvSpPr>
              <p:cNvPr id="13" name="等腰三角形 12"/>
              <p:cNvSpPr/>
              <p:nvPr userDrawn="1">
                <p:custDataLst>
                  <p:tags r:id="rId4"/>
                </p:custDataLst>
              </p:nvPr>
            </p:nvSpPr>
            <p:spPr>
              <a:xfrm rot="2315082">
                <a:off x="261175" y="6021632"/>
                <a:ext cx="533400" cy="45982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等腰三角形 13"/>
              <p:cNvSpPr/>
              <p:nvPr userDrawn="1">
                <p:custDataLst>
                  <p:tags r:id="rId5"/>
                </p:custDataLst>
              </p:nvPr>
            </p:nvSpPr>
            <p:spPr>
              <a:xfrm rot="2015744" flipV="1">
                <a:off x="11265491" y="597763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261175" y="180644"/>
            <a:ext cx="11740482" cy="6300816"/>
            <a:chOff x="261175" y="180644"/>
            <a:chExt cx="11740482" cy="6300816"/>
          </a:xfrm>
        </p:grpSpPr>
        <p:sp>
          <p:nvSpPr>
            <p:cNvPr id="8" name="等腰三角形 7"/>
            <p:cNvSpPr/>
            <p:nvPr userDrawn="1">
              <p:custDataLst>
                <p:tags r:id="rId3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" name="组合 8"/>
            <p:cNvGrpSpPr/>
            <p:nvPr userDrawn="1"/>
          </p:nvGrpSpPr>
          <p:grpSpPr>
            <a:xfrm rot="1322092">
              <a:off x="11233066" y="180644"/>
              <a:ext cx="768591" cy="666134"/>
              <a:chOff x="11216987" y="376430"/>
              <a:chExt cx="768591" cy="666134"/>
            </a:xfrm>
          </p:grpSpPr>
          <p:sp>
            <p:nvSpPr>
              <p:cNvPr id="10" name="等腰三角形 9"/>
              <p:cNvSpPr/>
              <p:nvPr userDrawn="1">
                <p:custDataLst>
                  <p:tags r:id="rId4"/>
                </p:custDataLst>
              </p:nvPr>
            </p:nvSpPr>
            <p:spPr>
              <a:xfrm rot="693652" flipV="1">
                <a:off x="11216987" y="76434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 userDrawn="1">
                <p:custDataLst>
                  <p:tags r:id="rId5"/>
                </p:custDataLst>
              </p:nvPr>
            </p:nvSpPr>
            <p:spPr>
              <a:xfrm rot="18492899" flipV="1">
                <a:off x="11685102" y="3986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 sz="1600" baseline="0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009650" y="850900"/>
            <a:ext cx="10172700" cy="51562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2726807" y="2146286"/>
            <a:ext cx="6738386" cy="2565428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等腰三角形 9"/>
          <p:cNvSpPr/>
          <p:nvPr userDrawn="1">
            <p:custDataLst>
              <p:tags r:id="rId2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304800" y="304800"/>
            <a:ext cx="11582400" cy="6248400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1" name="等腰三角形 10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 userDrawn="1">
            <p:custDataLst>
              <p:tags r:id="rId4"/>
            </p:custDataLst>
          </p:nvPr>
        </p:nvSpPr>
        <p:spPr>
          <a:xfrm rot="2015744" flipV="1">
            <a:off x="11265535" y="597535"/>
            <a:ext cx="322580" cy="27813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2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1"/>
            <a:ext cx="482346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2700000" scaled="0"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等腰三角形 17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0" name="等腰三角形 19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等腰三角形 20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6" name="等腰三角形 15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8" name="等腰三角形 17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等腰三角形 18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7" name="等腰三角形 16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8" name="组合 17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9" name="等腰三角形 18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等腰三角形 19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100000">
                <a:schemeClr val="tx2"/>
              </a:gs>
              <a:gs pos="53000">
                <a:schemeClr val="bg2"/>
              </a:gs>
            </a:gsLst>
            <a:lin ang="0" scaled="1"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9" name="等腰三角形 18"/>
          <p:cNvSpPr/>
          <p:nvPr userDrawn="1">
            <p:custDataLst>
              <p:tags r:id="rId3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20" name="组合 19"/>
          <p:cNvGrpSpPr/>
          <p:nvPr userDrawn="1">
            <p:custDataLst>
              <p:tags r:id="rId4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1" name="等腰三角形 20"/>
            <p:cNvSpPr/>
            <p:nvPr userDrawn="1">
              <p:custDataLst>
                <p:tags r:id="rId5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等腰三角形 21"/>
            <p:cNvSpPr/>
            <p:nvPr userDrawn="1">
              <p:custDataLst>
                <p:tags r:id="rId6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2315082">
            <a:off x="11583673" y="6292840"/>
            <a:ext cx="409674" cy="353168"/>
          </a:xfrm>
          <a:prstGeom prst="triangle">
            <a:avLst/>
          </a:prstGeom>
          <a:noFill/>
          <a:ln w="63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等腰三角形 13"/>
          <p:cNvSpPr/>
          <p:nvPr userDrawn="1">
            <p:custDataLst>
              <p:tags r:id="rId8"/>
            </p:custDataLst>
          </p:nvPr>
        </p:nvSpPr>
        <p:spPr>
          <a:xfrm rot="17631882" flipV="1">
            <a:off x="11607142" y="5636809"/>
            <a:ext cx="533400" cy="459828"/>
          </a:xfrm>
          <a:prstGeom prst="triangle">
            <a:avLst/>
          </a:prstGeom>
          <a:noFill/>
          <a:ln w="63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aseline="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等腰三角形 13"/>
          <p:cNvSpPr/>
          <p:nvPr userDrawn="1">
            <p:custDataLst>
              <p:tags r:id="rId2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600" baseline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20" name="等腰三角形 19"/>
            <p:cNvSpPr/>
            <p:nvPr userDrawn="1">
              <p:custDataLst>
                <p:tags r:id="rId4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等腰三角形 20"/>
            <p:cNvSpPr/>
            <p:nvPr userDrawn="1">
              <p:custDataLst>
                <p:tags r:id="rId5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gradFill flip="none" rotWithShape="1">
            <a:gsLst>
              <a:gs pos="69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600" baseline="0" dirty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3" Type="http://schemas.openxmlformats.org/officeDocument/2006/relationships/theme" Target="../theme/theme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3" Type="http://schemas.openxmlformats.org/officeDocument/2006/relationships/theme" Target="../theme/theme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3" Type="http://schemas.openxmlformats.org/officeDocument/2006/relationships/theme" Target="../theme/theme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3" Type="http://schemas.openxmlformats.org/officeDocument/2006/relationships/theme" Target="../theme/theme1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3" Type="http://schemas.openxmlformats.org/officeDocument/2006/relationships/theme" Target="../theme/theme1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3" Type="http://schemas.openxmlformats.org/officeDocument/2006/relationships/theme" Target="../theme/theme1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3" Type="http://schemas.openxmlformats.org/officeDocument/2006/relationships/theme" Target="../theme/theme1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5" Type="http://schemas.openxmlformats.org/officeDocument/2006/relationships/theme" Target="../theme/theme14.xml"/><Relationship Id="rId24" Type="http://schemas.openxmlformats.org/officeDocument/2006/relationships/tags" Target="../tags/tag184.xml"/><Relationship Id="rId23" Type="http://schemas.openxmlformats.org/officeDocument/2006/relationships/tags" Target="../tags/tag183.xml"/><Relationship Id="rId22" Type="http://schemas.openxmlformats.org/officeDocument/2006/relationships/tags" Target="../tags/tag182.xml"/><Relationship Id="rId21" Type="http://schemas.openxmlformats.org/officeDocument/2006/relationships/tags" Target="../tags/tag181.xml"/><Relationship Id="rId20" Type="http://schemas.openxmlformats.org/officeDocument/2006/relationships/tags" Target="../tags/tag180.xml"/><Relationship Id="rId2" Type="http://schemas.openxmlformats.org/officeDocument/2006/relationships/slideLayout" Target="../slideLayouts/slideLayout145.xml"/><Relationship Id="rId19" Type="http://schemas.openxmlformats.org/officeDocument/2006/relationships/tags" Target="../tags/tag179.xml"/><Relationship Id="rId18" Type="http://schemas.openxmlformats.org/officeDocument/2006/relationships/slideLayout" Target="../slideLayouts/slideLayout161.xml"/><Relationship Id="rId17" Type="http://schemas.openxmlformats.org/officeDocument/2006/relationships/slideLayout" Target="../slideLayouts/slideLayout160.xml"/><Relationship Id="rId16" Type="http://schemas.openxmlformats.org/officeDocument/2006/relationships/slideLayout" Target="../slideLayouts/slideLayout159.xml"/><Relationship Id="rId15" Type="http://schemas.openxmlformats.org/officeDocument/2006/relationships/slideLayout" Target="../slideLayouts/slideLayout158.xml"/><Relationship Id="rId14" Type="http://schemas.openxmlformats.org/officeDocument/2006/relationships/slideLayout" Target="../slideLayouts/slideLayout157.xml"/><Relationship Id="rId13" Type="http://schemas.openxmlformats.org/officeDocument/2006/relationships/slideLayout" Target="../slideLayouts/slideLayout156.xml"/><Relationship Id="rId12" Type="http://schemas.openxmlformats.org/officeDocument/2006/relationships/slideLayout" Target="../slideLayouts/slideLayout155.xml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051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099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123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147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171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3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195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219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1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243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126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2291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3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12">
              <a:alphaModFix amt="5000"/>
            </a:blip>
            <a:stretch>
              <a:fillRect/>
            </a:stretch>
          </a:blipFill>
          <a:ln w="12700" cap="flat" cmpd="sng">
            <a:solidFill>
              <a:srgbClr val="41719C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lvl="0" algn="ctr" eaLnBrk="1" hangingPunct="1"/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07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defRPr>
                <a:solidFill>
                  <a:srgbClr val="000000"/>
                </a:solidFill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0.xml"/><Relationship Id="rId5" Type="http://schemas.openxmlformats.org/officeDocument/2006/relationships/image" Target="../media/image2.jpeg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0.xml"/><Relationship Id="rId1" Type="http://schemas.openxmlformats.org/officeDocument/2006/relationships/tags" Target="../tags/tag18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0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image" Target="../media/image3.png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0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image" Target="../media/image4.png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image" Target="../media/image5.png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0" Type="http://schemas.openxmlformats.org/officeDocument/2006/relationships/slideLayout" Target="../slideLayouts/slideLayout150.xml"/><Relationship Id="rId1" Type="http://schemas.openxmlformats.org/officeDocument/2006/relationships/tags" Target="../tags/tag20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8.xml"/><Relationship Id="rId8" Type="http://schemas.openxmlformats.org/officeDocument/2006/relationships/tags" Target="../tags/tag217.xml"/><Relationship Id="rId7" Type="http://schemas.openxmlformats.org/officeDocument/2006/relationships/tags" Target="../tags/tag216.xml"/><Relationship Id="rId6" Type="http://schemas.openxmlformats.org/officeDocument/2006/relationships/image" Target="../media/image6.png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0" Type="http://schemas.openxmlformats.org/officeDocument/2006/relationships/slideLayout" Target="../slideLayouts/slideLayout150.xml"/><Relationship Id="rId1" Type="http://schemas.openxmlformats.org/officeDocument/2006/relationships/tags" Target="../tags/tag2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0.xml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image" Target="../media/image7.png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1" Type="http://schemas.openxmlformats.org/officeDocument/2006/relationships/slideLayout" Target="../slideLayouts/slideLayout150.xml"/><Relationship Id="rId10" Type="http://schemas.openxmlformats.org/officeDocument/2006/relationships/tags" Target="../tags/tag229.xml"/><Relationship Id="rId1" Type="http://schemas.openxmlformats.org/officeDocument/2006/relationships/tags" Target="../tags/tag22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image" Target="../media/image8.png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1" Type="http://schemas.openxmlformats.org/officeDocument/2006/relationships/slideLayout" Target="../slideLayouts/slideLayout150.xml"/><Relationship Id="rId10" Type="http://schemas.openxmlformats.org/officeDocument/2006/relationships/tags" Target="../tags/tag238.xml"/><Relationship Id="rId1" Type="http://schemas.openxmlformats.org/officeDocument/2006/relationships/tags" Target="../tags/tag23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2" Type="http://schemas.openxmlformats.org/officeDocument/2006/relationships/slideLayout" Target="../slideLayouts/slideLayout150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tags" Target="../tags/tag23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55.xml"/><Relationship Id="rId8" Type="http://schemas.openxmlformats.org/officeDocument/2006/relationships/tags" Target="../tags/tag254.xml"/><Relationship Id="rId7" Type="http://schemas.openxmlformats.org/officeDocument/2006/relationships/tags" Target="../tags/tag253.xml"/><Relationship Id="rId6" Type="http://schemas.openxmlformats.org/officeDocument/2006/relationships/image" Target="../media/image11.png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7" Type="http://schemas.openxmlformats.org/officeDocument/2006/relationships/slideLayout" Target="../slideLayouts/slideLayout150.xml"/><Relationship Id="rId16" Type="http://schemas.openxmlformats.org/officeDocument/2006/relationships/tags" Target="../tags/tag262.xml"/><Relationship Id="rId15" Type="http://schemas.openxmlformats.org/officeDocument/2006/relationships/tags" Target="../tags/tag261.xml"/><Relationship Id="rId14" Type="http://schemas.openxmlformats.org/officeDocument/2006/relationships/tags" Target="../tags/tag260.xml"/><Relationship Id="rId13" Type="http://schemas.openxmlformats.org/officeDocument/2006/relationships/tags" Target="../tags/tag259.xml"/><Relationship Id="rId12" Type="http://schemas.openxmlformats.org/officeDocument/2006/relationships/tags" Target="../tags/tag258.xml"/><Relationship Id="rId11" Type="http://schemas.openxmlformats.org/officeDocument/2006/relationships/tags" Target="../tags/tag257.xml"/><Relationship Id="rId10" Type="http://schemas.openxmlformats.org/officeDocument/2006/relationships/tags" Target="../tags/tag256.xml"/><Relationship Id="rId1" Type="http://schemas.openxmlformats.org/officeDocument/2006/relationships/tags" Target="../tags/tag24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70.xml"/><Relationship Id="rId8" Type="http://schemas.openxmlformats.org/officeDocument/2006/relationships/image" Target="../media/image12.jpeg"/><Relationship Id="rId7" Type="http://schemas.openxmlformats.org/officeDocument/2006/relationships/tags" Target="../tags/tag26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0" Type="http://schemas.openxmlformats.org/officeDocument/2006/relationships/slideLayout" Target="../slideLayouts/slideLayout150.xml"/><Relationship Id="rId1" Type="http://schemas.openxmlformats.org/officeDocument/2006/relationships/tags" Target="../tags/tag26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79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3" Type="http://schemas.openxmlformats.org/officeDocument/2006/relationships/slideLayout" Target="../slideLayouts/slideLayout150.xml"/><Relationship Id="rId12" Type="http://schemas.openxmlformats.org/officeDocument/2006/relationships/tags" Target="../tags/tag282.xml"/><Relationship Id="rId11" Type="http://schemas.openxmlformats.org/officeDocument/2006/relationships/tags" Target="../tags/tag281.xml"/><Relationship Id="rId10" Type="http://schemas.openxmlformats.org/officeDocument/2006/relationships/tags" Target="../tags/tag280.xml"/><Relationship Id="rId1" Type="http://schemas.openxmlformats.org/officeDocument/2006/relationships/tags" Target="../tags/tag27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91.xml"/><Relationship Id="rId8" Type="http://schemas.openxmlformats.org/officeDocument/2006/relationships/tags" Target="../tags/tag290.xml"/><Relationship Id="rId7" Type="http://schemas.openxmlformats.org/officeDocument/2006/relationships/tags" Target="../tags/tag289.xml"/><Relationship Id="rId6" Type="http://schemas.openxmlformats.org/officeDocument/2006/relationships/tags" Target="../tags/tag288.xml"/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0" Type="http://schemas.openxmlformats.org/officeDocument/2006/relationships/slideLayout" Target="../slideLayouts/slideLayout150.xml"/><Relationship Id="rId1" Type="http://schemas.openxmlformats.org/officeDocument/2006/relationships/tags" Target="../tags/tag28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0.xml"/><Relationship Id="rId8" Type="http://schemas.openxmlformats.org/officeDocument/2006/relationships/tags" Target="../tags/tag299.xml"/><Relationship Id="rId7" Type="http://schemas.openxmlformats.org/officeDocument/2006/relationships/tags" Target="../tags/tag298.xml"/><Relationship Id="rId6" Type="http://schemas.openxmlformats.org/officeDocument/2006/relationships/tags" Target="../tags/tag297.xml"/><Relationship Id="rId5" Type="http://schemas.openxmlformats.org/officeDocument/2006/relationships/tags" Target="../tags/tag296.xml"/><Relationship Id="rId4" Type="http://schemas.openxmlformats.org/officeDocument/2006/relationships/tags" Target="../tags/tag295.xml"/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" Type="http://schemas.openxmlformats.org/officeDocument/2006/relationships/tags" Target="../tags/tag29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07.xml"/><Relationship Id="rId8" Type="http://schemas.openxmlformats.org/officeDocument/2006/relationships/image" Target="../media/image13.png"/><Relationship Id="rId7" Type="http://schemas.openxmlformats.org/officeDocument/2006/relationships/tags" Target="../tags/tag306.xml"/><Relationship Id="rId6" Type="http://schemas.openxmlformats.org/officeDocument/2006/relationships/tags" Target="../tags/tag305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1" Type="http://schemas.openxmlformats.org/officeDocument/2006/relationships/slideLayout" Target="../slideLayouts/slideLayout150.xml"/><Relationship Id="rId10" Type="http://schemas.openxmlformats.org/officeDocument/2006/relationships/tags" Target="../tags/tag308.xml"/><Relationship Id="rId1" Type="http://schemas.openxmlformats.org/officeDocument/2006/relationships/tags" Target="../tags/tag30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0.xml"/><Relationship Id="rId8" Type="http://schemas.openxmlformats.org/officeDocument/2006/relationships/tags" Target="../tags/tag316.xml"/><Relationship Id="rId7" Type="http://schemas.openxmlformats.org/officeDocument/2006/relationships/tags" Target="../tags/tag315.xml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tags" Target="../tags/tag30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0.xml"/><Relationship Id="rId1" Type="http://schemas.openxmlformats.org/officeDocument/2006/relationships/tags" Target="../tags/tag3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0.xml"/><Relationship Id="rId1" Type="http://schemas.openxmlformats.org/officeDocument/2006/relationships/tags" Target="../tags/tag3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0010" y="112395"/>
            <a:ext cx="4939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 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通用定时器</a:t>
            </a: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396" name="TextBox 1"/>
          <p:cNvSpPr txBox="1"/>
          <p:nvPr>
            <p:custDataLst>
              <p:tags r:id="rId2"/>
            </p:custDataLst>
          </p:nvPr>
        </p:nvSpPr>
        <p:spPr>
          <a:xfrm>
            <a:off x="1320800" y="1668780"/>
            <a:ext cx="9153525" cy="1353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14000"/>
              </a:lnSpc>
            </a:pPr>
            <a:r>
              <a:rPr 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Pulse width modulation</a:t>
            </a:r>
            <a:r>
              <a:rPr 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指脉冲宽度调制</a:t>
            </a:r>
            <a:r>
              <a:rPr 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，即通过对一系列脉冲的宽度进行调制，来等效的获得所需要的波形（含形状和幅值）。</a:t>
            </a:r>
            <a:endParaRPr 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349" name="TextBox 2"/>
          <p:cNvSpPr txBox="1"/>
          <p:nvPr>
            <p:custDataLst>
              <p:tags r:id="rId3"/>
            </p:custDataLst>
          </p:nvPr>
        </p:nvSpPr>
        <p:spPr>
          <a:xfrm>
            <a:off x="1054100" y="942340"/>
            <a:ext cx="512191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什么是</a:t>
            </a:r>
            <a:r>
              <a:rPr lang="en-US" altLang="zh-CN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32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54755" y="2876550"/>
            <a:ext cx="4392295" cy="38030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15" name="TextBox 4"/>
          <p:cNvSpPr txBox="1"/>
          <p:nvPr>
            <p:custDataLst>
              <p:tags r:id="rId1"/>
            </p:custDataLst>
          </p:nvPr>
        </p:nvSpPr>
        <p:spPr>
          <a:xfrm>
            <a:off x="1300480" y="1746885"/>
            <a:ext cx="9724390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问题：</a:t>
            </a:r>
            <a:endParaRPr lang="zh-CN" altLang="en-US" sz="28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在电路中需要控制</a:t>
            </a:r>
            <a:r>
              <a:rPr lang="en-US" altLang="zh-CN" sz="2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LED</a:t>
            </a:r>
            <a:r>
              <a:rPr lang="zh-CN" altLang="en-US" sz="2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灯的亮暗程度，可以自动增加或减弱它的亮度，应该怎么做？</a:t>
            </a:r>
            <a:endParaRPr lang="zh-CN" altLang="en-US" sz="28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4348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67660" y="1471295"/>
            <a:ext cx="6588760" cy="533336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lt2">
                <a:alpha val="50000"/>
              </a:schemeClr>
            </a:prstShdw>
          </a:effectLst>
        </p:spPr>
      </p:pic>
      <p:sp>
        <p:nvSpPr>
          <p:cNvPr id="14349" name="TextBox 2"/>
          <p:cNvSpPr txBox="1"/>
          <p:nvPr>
            <p:custDataLst>
              <p:tags r:id="rId7"/>
            </p:custDataLst>
          </p:nvPr>
        </p:nvSpPr>
        <p:spPr>
          <a:xfrm>
            <a:off x="1054100" y="942340"/>
            <a:ext cx="512191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 PWM </a:t>
            </a:r>
            <a:r>
              <a:rPr lang="zh-CN" altLang="en-US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工作过程</a:t>
            </a:r>
            <a:endParaRPr lang="zh-CN" altLang="en-US" sz="32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93180" y="3652520"/>
            <a:ext cx="2940050" cy="27832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010" y="112395"/>
            <a:ext cx="4939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 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通用定时器</a:t>
            </a: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537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5850" y="1804988"/>
            <a:ext cx="6459538" cy="3922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80010" y="112395"/>
            <a:ext cx="4939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 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通用定时器</a:t>
            </a: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6395" name="Picture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14563" y="974725"/>
            <a:ext cx="7169150" cy="2903538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lt2">
                <a:alpha val="50000"/>
              </a:schemeClr>
            </a:prstShdw>
          </a:effectLst>
        </p:spPr>
      </p:pic>
      <p:sp>
        <p:nvSpPr>
          <p:cNvPr id="16396" name="TextBox 1"/>
          <p:cNvSpPr txBox="1"/>
          <p:nvPr>
            <p:custDataLst>
              <p:tags r:id="rId7"/>
            </p:custDataLst>
          </p:nvPr>
        </p:nvSpPr>
        <p:spPr>
          <a:xfrm>
            <a:off x="1572895" y="3878580"/>
            <a:ext cx="9153525" cy="261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14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CCR1: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捕获比较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寄存器（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x=1,2,3,4):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设置比较值。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14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CCMR1: OC1M[2:0]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位：对于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方式下，用于设置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1【110】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或者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2【111】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14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CCER:CC1P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位：输入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捕获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输出极性。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：高电平有效，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：低电平有效。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14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CCER:CC1E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位：输入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捕获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输出使能。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：关闭，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：打开。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80010" y="112395"/>
            <a:ext cx="4939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 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通用定时器</a:t>
            </a: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7419" name="Picture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78113" y="1719263"/>
            <a:ext cx="7626350" cy="48037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lt2">
                <a:alpha val="50000"/>
              </a:schemeClr>
            </a:prstShdw>
          </a:effectLst>
        </p:spPr>
      </p:pic>
      <p:sp>
        <p:nvSpPr>
          <p:cNvPr id="17420" name="TextBox 2"/>
          <p:cNvSpPr txBox="1"/>
          <p:nvPr>
            <p:custDataLst>
              <p:tags r:id="rId7"/>
            </p:custDataLst>
          </p:nvPr>
        </p:nvSpPr>
        <p:spPr>
          <a:xfrm>
            <a:off x="1273175" y="995363"/>
            <a:ext cx="547052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</a:t>
            </a: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&amp; PWM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</a:t>
            </a: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en-US" altLang="zh-CN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421" name="TextBox 2"/>
          <p:cNvSpPr txBox="1"/>
          <p:nvPr/>
        </p:nvSpPr>
        <p:spPr>
          <a:xfrm>
            <a:off x="555625" y="1579563"/>
            <a:ext cx="2232025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寄存器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TIMx_CCMR1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OC1M[2:0]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位来分析：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80010" y="112395"/>
            <a:ext cx="4939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 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通用定时器</a:t>
            </a: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53640" y="1582420"/>
          <a:ext cx="7755255" cy="345630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193800"/>
                <a:gridCol w="1236980"/>
                <a:gridCol w="1363345"/>
                <a:gridCol w="1336675"/>
                <a:gridCol w="1325880"/>
                <a:gridCol w="1298575"/>
              </a:tblGrid>
              <a:tr h="561340">
                <a:tc rowSpan="2" gridSpan="2">
                  <a:txBody>
                    <a:bodyPr/>
                    <a:p>
                      <a:pPr indent="0"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400" b="1" spc="120" baseline="0" dirty="0">
                        <a:solidFill>
                          <a:schemeClr val="bg1"/>
                        </a:solidFill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cPr marL="88900" marR="88900" marT="47625" marB="476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p>
                      <a:pPr marR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PWM</a:t>
                      </a:r>
                      <a:r>
                        <a:rPr lang="zh-CN" altLang="en-US" sz="1400" b="1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模式</a:t>
                      </a:r>
                      <a:r>
                        <a:rPr lang="en-US" altLang="zh-CN" sz="1400" b="1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en-US" altLang="zh-CN" sz="1400" b="1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marR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spc="12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PWM</a:t>
                      </a:r>
                      <a:r>
                        <a:rPr lang="zh-CN" altLang="en-US" sz="1400" b="1" spc="12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模式</a:t>
                      </a:r>
                      <a:r>
                        <a:rPr lang="en-US" altLang="zh-CN" sz="1400" b="1" spc="12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2</a:t>
                      </a:r>
                      <a:endParaRPr lang="en-US" altLang="zh-CN" sz="1400" b="1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99745">
                <a:tc vMerge="1" gridSpan="2">
                  <a:tcPr marL="186433" marR="186433" marT="49350" marB="4935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9525" cap="flat" cmpd="sng" algn="ctr">
                      <a:solidFill>
                        <a:srgbClr val="B28E4E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28E4E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 hMerge="1">
                  <a:tcPr marL="186433" marR="186433" marT="49350" marB="49350" anchor="ctr">
                    <a:lnL w="9525">
                      <a:solidFill>
                        <a:srgbClr val="B28E4E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rgbClr val="B28E4E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defTabSz="914400" rtl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向上计数</a:t>
                      </a:r>
                      <a:endParaRPr lang="zh-CN" altLang="en-US" sz="1200" b="1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spc="12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向</a:t>
                      </a:r>
                      <a:r>
                        <a:rPr lang="zh-CN" altLang="en-US" sz="1200" b="1" spc="12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下计数</a:t>
                      </a:r>
                      <a:endParaRPr lang="zh-CN" altLang="en-US" sz="1200" b="1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spc="120" baseline="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向上计数</a:t>
                      </a:r>
                      <a:endParaRPr lang="zh-CN" altLang="en-US" sz="1200" b="1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spc="12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向</a:t>
                      </a:r>
                      <a:r>
                        <a:rPr lang="zh-CN" altLang="en-US" sz="1200" b="1" spc="120" dirty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下计数</a:t>
                      </a:r>
                      <a:endParaRPr lang="zh-CN" altLang="en-US" sz="1200" b="1" spc="120" baseline="0" dirty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ea typeface="Calibri" panose="020F05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79120">
                <a:tc rowSpan="2">
                  <a:txBody>
                    <a:bodyPr/>
                    <a:p>
                      <a:pPr indent="0"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CCP=0</a:t>
                      </a:r>
                      <a:endParaRPr lang="en-US" altLang="zh-CN" sz="1200" b="1" spc="12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  <a:p>
                      <a:pPr indent="0"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(</a:t>
                      </a:r>
                      <a:r>
                        <a:rPr lang="zh-CN" altLang="en-US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高电平有效</a:t>
                      </a: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)</a:t>
                      </a:r>
                      <a:endParaRPr lang="en-US" altLang="zh-CN" sz="1200" b="1" spc="12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CNT&lt;</a:t>
                      </a: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CCR</a:t>
                      </a:r>
                      <a:endParaRPr lang="en-US" altLang="zh-CN" sz="1200" b="1" spc="12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</a:rPr>
                        <a:t>输出</a:t>
                      </a:r>
                      <a:r>
                        <a:rPr lang="en-US" altLang="zh-CN" sz="1400" b="1" spc="12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</a:rPr>
                        <a:t>“1”</a:t>
                      </a:r>
                      <a:endParaRPr lang="en-US" altLang="zh-CN" sz="1400" b="1" spc="12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输出</a:t>
                      </a:r>
                      <a:r>
                        <a:rPr lang="en-US" altLang="zh-CN" sz="1400" b="1" spc="12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“1”</a:t>
                      </a:r>
                      <a:endParaRPr lang="en-US" altLang="zh-CN" sz="1400" b="1" spc="12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“0”</a:t>
                      </a:r>
                      <a:endParaRPr lang="en-US" altLang="zh-CN" sz="1400" b="1" spc="120" baseline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“0”</a:t>
                      </a:r>
                      <a:endParaRPr lang="en-US" altLang="zh-CN" sz="1400" b="1" spc="120" baseline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05155">
                <a:tc vMerge="1"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CNT&gt;CCR</a:t>
                      </a:r>
                      <a:endParaRPr lang="en-US" altLang="zh-CN" sz="1200" b="1" spc="12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“0”</a:t>
                      </a:r>
                      <a:endParaRPr lang="en-US" altLang="zh-CN" sz="1400" b="1" spc="120" baseline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“0”</a:t>
                      </a:r>
                      <a:endParaRPr lang="en-US" altLang="zh-CN" sz="1400" b="1" spc="120" baseline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2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“1”</a:t>
                      </a:r>
                      <a:endParaRPr lang="en-US" altLang="zh-CN" sz="1400" b="1" spc="12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2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“1”</a:t>
                      </a:r>
                      <a:endParaRPr lang="en-US" altLang="zh-CN" sz="1400" b="1" spc="12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14045">
                <a:tc rowSpan="2">
                  <a:txBody>
                    <a:bodyPr/>
                    <a:p>
                      <a:pPr indent="0"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CCP=1</a:t>
                      </a:r>
                      <a:endParaRPr lang="en-US" altLang="zh-CN" sz="1200" b="1" spc="12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  <a:p>
                      <a:pPr indent="0"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(</a:t>
                      </a:r>
                      <a:r>
                        <a:rPr lang="zh-CN" altLang="en-US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低电平有效</a:t>
                      </a: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)</a:t>
                      </a:r>
                      <a:endParaRPr lang="zh-CN" altLang="en-US" sz="1200" b="1" spc="12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  <a:p>
                      <a:pPr indent="0"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200" b="1" spc="12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CNT&lt;CCR</a:t>
                      </a:r>
                      <a:endParaRPr lang="en-US" altLang="zh-CN" sz="1200" b="1" spc="12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“0”</a:t>
                      </a:r>
                      <a:endParaRPr lang="en-US" altLang="zh-CN" sz="1400" b="1" spc="120" baseline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“0”</a:t>
                      </a:r>
                      <a:endParaRPr lang="en-US" altLang="zh-CN" sz="1400" b="1" spc="120" baseline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输出</a:t>
                      </a:r>
                      <a:r>
                        <a:rPr lang="en-US" altLang="zh-CN" sz="1400" b="1" spc="12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“1”</a:t>
                      </a:r>
                      <a:endParaRPr lang="en-US" altLang="zh-CN" sz="1400" b="1" spc="12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输出</a:t>
                      </a:r>
                      <a:r>
                        <a:rPr lang="en-US" altLang="zh-CN" sz="1400" b="1" spc="120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“1”</a:t>
                      </a:r>
                      <a:endParaRPr lang="en-US" altLang="zh-CN" sz="1400" b="1" spc="12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96900">
                <a:tc vMerge="1"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spc="120" dirty="0">
                          <a:latin typeface="Arial" panose="020B0604020202020204" pitchFamily="34" charset="0"/>
                          <a:ea typeface="Calibri" panose="020F0502020204030204" pitchFamily="34" charset="0"/>
                          <a:sym typeface="+mn-ea"/>
                        </a:rPr>
                        <a:t>CNT&gt;CCR</a:t>
                      </a:r>
                      <a:endParaRPr lang="en-US" altLang="zh-CN" sz="1200" b="1" spc="12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2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“1”</a:t>
                      </a:r>
                      <a:endParaRPr lang="en-US" altLang="zh-CN" sz="1400" b="1" spc="12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2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“1”</a:t>
                      </a:r>
                      <a:endParaRPr lang="en-US" altLang="zh-CN" sz="1400" b="1" spc="120" baseline="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“0”</a:t>
                      </a:r>
                      <a:endParaRPr lang="en-US" altLang="zh-CN" sz="1400" b="1" spc="120" baseline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输出</a:t>
                      </a:r>
                      <a:r>
                        <a:rPr lang="en-US" altLang="zh-CN" sz="1400" b="1" spc="12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Calibri" panose="020F0502020204030204" pitchFamily="34" charset="0"/>
                          <a:cs typeface="Calibri Light" panose="020F0302020204030204" pitchFamily="34" charset="0"/>
                          <a:sym typeface="+mn-ea"/>
                        </a:rPr>
                        <a:t>“0”</a:t>
                      </a:r>
                      <a:endParaRPr lang="en-US" altLang="zh-CN" sz="1400" b="1" spc="120" baseline="0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Calibri" panose="020F0502020204030204" pitchFamily="34" charset="0"/>
                        <a:cs typeface="Calibri Light" panose="020F0302020204030204" pitchFamily="34" charset="0"/>
                        <a:sym typeface="+mn-ea"/>
                      </a:endParaRPr>
                    </a:p>
                  </a:txBody>
                  <a:tcPr marL="88900" marR="88900" marT="47625" marB="47625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9" name="直接连接符 8"/>
          <p:cNvCxnSpPr/>
          <p:nvPr/>
        </p:nvCxnSpPr>
        <p:spPr>
          <a:xfrm>
            <a:off x="2451100" y="1590675"/>
            <a:ext cx="2432685" cy="10464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700780" y="1725930"/>
            <a:ext cx="1183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模式</a:t>
            </a:r>
            <a:r>
              <a:rPr lang="zh-CN" altLang="en-US"/>
              <a:t>选择</a:t>
            </a:r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548890" y="2171700"/>
            <a:ext cx="1366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寄存器</a:t>
            </a:r>
            <a:r>
              <a:rPr lang="zh-CN" altLang="en-US"/>
              <a:t>设置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443" name="TextBox 1"/>
          <p:cNvSpPr txBox="1"/>
          <p:nvPr>
            <p:custDataLst>
              <p:tags r:id="rId5"/>
            </p:custDataLst>
          </p:nvPr>
        </p:nvSpPr>
        <p:spPr>
          <a:xfrm>
            <a:off x="2008188" y="2390775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44" name="Picture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49805" y="1661795"/>
            <a:ext cx="7289800" cy="507873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lt2">
                <a:alpha val="50000"/>
              </a:schemeClr>
            </a:prstShdw>
          </a:effectLst>
        </p:spPr>
      </p:pic>
      <p:sp>
        <p:nvSpPr>
          <p:cNvPr id="18445" name="TextBox 2"/>
          <p:cNvSpPr txBox="1"/>
          <p:nvPr>
            <p:custDataLst>
              <p:tags r:id="rId8"/>
            </p:custDataLst>
          </p:nvPr>
        </p:nvSpPr>
        <p:spPr>
          <a:xfrm>
            <a:off x="1317625" y="1077913"/>
            <a:ext cx="479361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 PWM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工作过程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80010" y="112395"/>
            <a:ext cx="4939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 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通用定时器</a:t>
            </a: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469" name="TextBox 1"/>
          <p:cNvSpPr txBox="1"/>
          <p:nvPr>
            <p:custDataLst>
              <p:tags r:id="rId5"/>
            </p:custDataLst>
          </p:nvPr>
        </p:nvSpPr>
        <p:spPr>
          <a:xfrm>
            <a:off x="1827213" y="2511425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24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470" name="Picture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449705" y="1187450"/>
            <a:ext cx="8958580" cy="243459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lt2">
                <a:alpha val="50000"/>
              </a:schemeClr>
            </a:prstShdw>
          </a:effectLst>
        </p:spPr>
      </p:pic>
      <p:sp>
        <p:nvSpPr>
          <p:cNvPr id="19471" name="矩形 1"/>
          <p:cNvSpPr/>
          <p:nvPr>
            <p:custDataLst>
              <p:tags r:id="rId8"/>
            </p:custDataLst>
          </p:nvPr>
        </p:nvSpPr>
        <p:spPr>
          <a:xfrm>
            <a:off x="1449705" y="3967480"/>
            <a:ext cx="895794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/>
            <a:r>
              <a:rPr lang="en-US" altLang="zh-CN" sz="2000" i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TIM_OC2PreloadConfig(TIM_TypeDef* TIMx, uint16_t TIM_OCPreload);</a:t>
            </a:r>
            <a:endParaRPr lang="en-US" altLang="zh-CN" sz="2000" i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altLang="zh-CN" sz="2000" i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sz="2000" i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TIM_ARRPreloadConfig(TIM_TypeDef* TIMx, FunctionalState NewState);</a:t>
            </a:r>
            <a:endParaRPr lang="zh-CN" altLang="en-US" sz="2000" i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en-US" sz="2000" i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80010" y="112395"/>
            <a:ext cx="4939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 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通用定时器</a:t>
            </a: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491" name="TextBox 2"/>
          <p:cNvSpPr txBox="1"/>
          <p:nvPr>
            <p:custDataLst>
              <p:tags r:id="rId5"/>
            </p:custDataLst>
          </p:nvPr>
        </p:nvSpPr>
        <p:spPr>
          <a:xfrm>
            <a:off x="1281113" y="1130300"/>
            <a:ext cx="5110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自动重载的预装载寄存器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49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50" y="1709738"/>
            <a:ext cx="4951413" cy="2971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93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9963" y="1714500"/>
            <a:ext cx="5427662" cy="2967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94" name="矩形 2"/>
          <p:cNvSpPr/>
          <p:nvPr>
            <p:custDataLst>
              <p:tags r:id="rId8"/>
            </p:custDataLst>
          </p:nvPr>
        </p:nvSpPr>
        <p:spPr>
          <a:xfrm>
            <a:off x="1281430" y="5059363"/>
            <a:ext cx="10374313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TIM_ARRPreloadConfig(TIM_TypeDef* TIMx, FunctionalState NewState);</a:t>
            </a:r>
            <a:endParaRPr lang="en-US" altLang="zh-CN" sz="2000" b="1" i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95" name="TextBox 3"/>
          <p:cNvSpPr txBox="1"/>
          <p:nvPr>
            <p:custDataLst>
              <p:tags r:id="rId9"/>
            </p:custDataLst>
          </p:nvPr>
        </p:nvSpPr>
        <p:spPr>
          <a:xfrm>
            <a:off x="1281113" y="5607050"/>
            <a:ext cx="86709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简单的说，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ARPE=0,ARR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立即生效。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APRE=1,ARR</a:t>
            </a: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下个比较周期生效。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0"/>
            </p:custDataLst>
          </p:nvPr>
        </p:nvSpPr>
        <p:spPr>
          <a:xfrm>
            <a:off x="80010" y="112395"/>
            <a:ext cx="4939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 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通用定时器</a:t>
            </a: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541" name="TextBox 1"/>
          <p:cNvSpPr txBox="1"/>
          <p:nvPr>
            <p:custDataLst>
              <p:tags r:id="rId5"/>
            </p:custDataLst>
          </p:nvPr>
        </p:nvSpPr>
        <p:spPr>
          <a:xfrm>
            <a:off x="1973263" y="2536825"/>
            <a:ext cx="7345362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24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54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050" y="1519555"/>
            <a:ext cx="4962525" cy="39223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43" name="TextBox 1"/>
          <p:cNvSpPr txBox="1"/>
          <p:nvPr>
            <p:custDataLst>
              <p:tags r:id="rId7"/>
            </p:custDataLst>
          </p:nvPr>
        </p:nvSpPr>
        <p:spPr>
          <a:xfrm>
            <a:off x="1216025" y="997268"/>
            <a:ext cx="26670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342900" indent="-342900" eaLnBrk="1" hangingPunct="1"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内部时钟选择</a:t>
            </a:r>
            <a:endParaRPr lang="zh-CN" altLang="en-US" sz="28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4" name="TextBox 1"/>
          <p:cNvSpPr txBox="1"/>
          <p:nvPr>
            <p:custDataLst>
              <p:tags r:id="rId8"/>
            </p:custDataLst>
          </p:nvPr>
        </p:nvSpPr>
        <p:spPr>
          <a:xfrm>
            <a:off x="1949450" y="5810250"/>
            <a:ext cx="1371600" cy="3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APB1</a:t>
            </a:r>
            <a:r>
              <a:rPr lang="zh-CN" altLang="en-US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时钟</a:t>
            </a:r>
            <a:endParaRPr lang="zh-CN" altLang="en-US" sz="18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5" name="直接箭头连接符 14"/>
          <p:cNvCxnSpPr>
            <a:stCxn id="22544" idx="3"/>
          </p:cNvCxnSpPr>
          <p:nvPr>
            <p:custDataLst>
              <p:tags r:id="rId9"/>
            </p:custDataLst>
          </p:nvPr>
        </p:nvCxnSpPr>
        <p:spPr>
          <a:xfrm>
            <a:off x="3321050" y="5994400"/>
            <a:ext cx="1295400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6" name="TextBox 5"/>
          <p:cNvSpPr txBox="1"/>
          <p:nvPr>
            <p:custDataLst>
              <p:tags r:id="rId10"/>
            </p:custDataLst>
          </p:nvPr>
        </p:nvSpPr>
        <p:spPr>
          <a:xfrm>
            <a:off x="3400425" y="5476875"/>
            <a:ext cx="136048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 / X2 </a:t>
            </a:r>
            <a:endParaRPr lang="en-US" altLang="zh-CN" sz="18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7" name="TextBox 6"/>
          <p:cNvSpPr txBox="1"/>
          <p:nvPr>
            <p:custDataLst>
              <p:tags r:id="rId11"/>
            </p:custDataLst>
          </p:nvPr>
        </p:nvSpPr>
        <p:spPr>
          <a:xfrm>
            <a:off x="4616450" y="5789613"/>
            <a:ext cx="1676400" cy="3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F(CK_PSC)</a:t>
            </a:r>
            <a:endParaRPr lang="en-US" altLang="zh-CN" sz="18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/>
          <p:cNvCxnSpPr>
            <a:stCxn id="22547" idx="3"/>
          </p:cNvCxnSpPr>
          <p:nvPr>
            <p:custDataLst>
              <p:tags r:id="rId12"/>
            </p:custDataLst>
          </p:nvPr>
        </p:nvCxnSpPr>
        <p:spPr>
          <a:xfrm>
            <a:off x="6292850" y="5974080"/>
            <a:ext cx="1295400" cy="0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9" name="TextBox 12"/>
          <p:cNvSpPr txBox="1"/>
          <p:nvPr>
            <p:custDataLst>
              <p:tags r:id="rId13"/>
            </p:custDataLst>
          </p:nvPr>
        </p:nvSpPr>
        <p:spPr>
          <a:xfrm>
            <a:off x="6445250" y="5475288"/>
            <a:ext cx="10001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÷N</a:t>
            </a:r>
            <a:endParaRPr lang="en-US" altLang="zh-CN" sz="18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550" name="TextBox 16"/>
          <p:cNvSpPr txBox="1"/>
          <p:nvPr>
            <p:custDataLst>
              <p:tags r:id="rId14"/>
            </p:custDataLst>
          </p:nvPr>
        </p:nvSpPr>
        <p:spPr>
          <a:xfrm>
            <a:off x="7612063" y="5789613"/>
            <a:ext cx="1676400" cy="3683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CK_CNT</a:t>
            </a:r>
            <a:endParaRPr lang="en-US" altLang="zh-CN" sz="18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5"/>
            </p:custDataLst>
          </p:nvPr>
        </p:nvSpPr>
        <p:spPr>
          <a:xfrm>
            <a:off x="80010" y="112395"/>
            <a:ext cx="4939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 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通用定时器</a:t>
            </a: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565" name="TextBox 2"/>
          <p:cNvSpPr txBox="1"/>
          <p:nvPr>
            <p:custDataLst>
              <p:tags r:id="rId5"/>
            </p:custDataLst>
          </p:nvPr>
        </p:nvSpPr>
        <p:spPr>
          <a:xfrm>
            <a:off x="879475" y="1107440"/>
            <a:ext cx="373951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输出库函数</a:t>
            </a:r>
            <a:endParaRPr lang="zh-CN" altLang="en-US" sz="32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566" name="TextBox 1"/>
          <p:cNvSpPr txBox="1"/>
          <p:nvPr>
            <p:custDataLst>
              <p:tags r:id="rId6"/>
            </p:custDataLst>
          </p:nvPr>
        </p:nvSpPr>
        <p:spPr>
          <a:xfrm>
            <a:off x="975678" y="1696403"/>
            <a:ext cx="921766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i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TIM_OCxInit(TIM_TypeDef* TIMx, TIM_OCInitTypeDef* TIM_OCInitStruct);</a:t>
            </a:r>
            <a:endParaRPr lang="en-US" altLang="zh-CN" sz="2000" i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80010" y="112395"/>
            <a:ext cx="43129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5.2 </a:t>
            </a:r>
            <a:r>
              <a:rPr 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输出库函数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H="1">
            <a:off x="5796280" y="2329815"/>
            <a:ext cx="17780" cy="371538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879475" y="2327910"/>
            <a:ext cx="4797425" cy="37172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typedef struct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uint16_t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TIM_OCMode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//PWM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或者模式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uint16_t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TIM_OutputState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//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输出使能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失能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uint16_t TIM_OutputNState;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uint16_t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TIM_Pulse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//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比较值，写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CCRx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uint16_t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TIM_OCPolarity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//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比较输出极性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uint16_t TIM_OCNPolarity;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uint16_t TIM_OCIdleState; 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uint16_t TIM_OCNIdleState;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 TIM_OCInitTypeDef;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33440" y="2646045"/>
            <a:ext cx="5240020" cy="36918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eaLnBrk="1" hangingPunct="1">
              <a:lnSpc>
                <a:spcPct val="114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TIM_OCInitStructure.TIM_OCMode = TIM_OCMode_PWM2; //PWM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14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TIM_OCInitStructure.TIM_OutputState = TIM_OutputState_Enable; //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比较输出使能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14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TIM_OCInitStructure. TIM_Pulse=100;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14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TIM_OCInitStructure.TIM_OCPolarity = TIM_OCPolarity_High; //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输出极性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:TIM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输出比较极性高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14000"/>
              </a:lnSpc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TIM_OC2Init(TIM3, &amp;TIM_OCInitStructure);  //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指定的参数初始化外设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TIM3 OC2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/>
          <p:cNvPicPr/>
          <p:nvPr/>
        </p:nvPicPr>
        <p:blipFill>
          <a:blip r:embed="rId8"/>
          <a:stretch>
            <a:fillRect/>
          </a:stretch>
        </p:blipFill>
        <p:spPr>
          <a:xfrm>
            <a:off x="5900420" y="434975"/>
            <a:ext cx="5623560" cy="61626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589" name="TextBox 2"/>
          <p:cNvSpPr txBox="1"/>
          <p:nvPr>
            <p:custDataLst>
              <p:tags r:id="rId5"/>
            </p:custDataLst>
          </p:nvPr>
        </p:nvSpPr>
        <p:spPr>
          <a:xfrm>
            <a:off x="1389063" y="1504950"/>
            <a:ext cx="3891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设置比较值函数：</a:t>
            </a:r>
            <a:endParaRPr lang="zh-CN" altLang="en-US" sz="32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90" name="TextBox 1"/>
          <p:cNvSpPr txBox="1"/>
          <p:nvPr>
            <p:custDataLst>
              <p:tags r:id="rId6"/>
            </p:custDataLst>
          </p:nvPr>
        </p:nvSpPr>
        <p:spPr>
          <a:xfrm>
            <a:off x="1677988" y="2155825"/>
            <a:ext cx="806259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TIM_SetCompareX(TIM_TypeDef* TIMx, uint16_t Compare2);</a:t>
            </a:r>
            <a:endParaRPr lang="en-US" altLang="zh-CN" sz="2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91" name="TextBox 2"/>
          <p:cNvSpPr txBox="1"/>
          <p:nvPr>
            <p:custDataLst>
              <p:tags r:id="rId7"/>
            </p:custDataLst>
          </p:nvPr>
        </p:nvSpPr>
        <p:spPr>
          <a:xfrm>
            <a:off x="1389063" y="2876550"/>
            <a:ext cx="47040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使能输出比较预装载：</a:t>
            </a:r>
            <a:endParaRPr lang="zh-CN" altLang="en-US" sz="32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92" name="TextBox 2"/>
          <p:cNvSpPr txBox="1"/>
          <p:nvPr>
            <p:custDataLst>
              <p:tags r:id="rId8"/>
            </p:custDataLst>
          </p:nvPr>
        </p:nvSpPr>
        <p:spPr>
          <a:xfrm>
            <a:off x="1389063" y="4460875"/>
            <a:ext cx="7955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使能自动重装载的预装载寄存器允许位：</a:t>
            </a:r>
            <a:endParaRPr lang="zh-CN" altLang="en-US" sz="32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93" name="TextBox 2"/>
          <p:cNvSpPr txBox="1"/>
          <p:nvPr>
            <p:custDataLst>
              <p:tags r:id="rId9"/>
            </p:custDataLst>
          </p:nvPr>
        </p:nvSpPr>
        <p:spPr>
          <a:xfrm>
            <a:off x="1604963" y="3740150"/>
            <a:ext cx="928624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2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TIM_OC2PreloadConfig(TIM_TypeDef* TIMx, uint16_t TIM_OCPreload);</a:t>
            </a:r>
            <a:endParaRPr lang="en-US" altLang="zh-CN" sz="2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94" name="TextBox 6"/>
          <p:cNvSpPr txBox="1"/>
          <p:nvPr>
            <p:custDataLst>
              <p:tags r:id="rId10"/>
            </p:custDataLst>
          </p:nvPr>
        </p:nvSpPr>
        <p:spPr>
          <a:xfrm>
            <a:off x="1677988" y="5253038"/>
            <a:ext cx="906145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2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TIM_ARRPreloadConfig(TIM_TypeDef* TIMx, FunctionalState NewState);</a:t>
            </a:r>
            <a:endParaRPr lang="en-US" altLang="zh-CN" sz="2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1"/>
            </p:custDataLst>
          </p:nvPr>
        </p:nvSpPr>
        <p:spPr>
          <a:xfrm>
            <a:off x="80010" y="112395"/>
            <a:ext cx="43129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5.2 </a:t>
            </a:r>
            <a:r>
              <a:rPr 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库函数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613" name="TextBox 1"/>
          <p:cNvSpPr txBox="1"/>
          <p:nvPr>
            <p:custDataLst>
              <p:tags r:id="rId5"/>
            </p:custDataLst>
          </p:nvPr>
        </p:nvSpPr>
        <p:spPr>
          <a:xfrm>
            <a:off x="2330450" y="2355850"/>
            <a:ext cx="7345363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24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14" name="TextBox 3"/>
          <p:cNvSpPr txBox="1"/>
          <p:nvPr>
            <p:custDataLst>
              <p:tags r:id="rId6"/>
            </p:custDataLst>
          </p:nvPr>
        </p:nvSpPr>
        <p:spPr>
          <a:xfrm>
            <a:off x="1543050" y="1522413"/>
            <a:ext cx="185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要求：</a:t>
            </a:r>
            <a:endParaRPr lang="zh-CN" altLang="en-US" sz="32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15" name="TextBox 4"/>
          <p:cNvSpPr txBox="1"/>
          <p:nvPr>
            <p:custDataLst>
              <p:tags r:id="rId7"/>
            </p:custDataLst>
          </p:nvPr>
        </p:nvSpPr>
        <p:spPr>
          <a:xfrm>
            <a:off x="1300480" y="2355850"/>
            <a:ext cx="97243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使用定时器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功能，输出占空比为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0%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波形。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endParaRPr lang="en-US" altLang="zh-CN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使用定时器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功能，输出占空比可变的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波，用来驱动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LED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灯，从而达到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LED(PB5)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亮度由暗变亮，又从亮变暗，如此循环。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80010" y="112395"/>
            <a:ext cx="43129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5.2 </a:t>
            </a:r>
            <a:r>
              <a:rPr 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库函数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635" name="TextBox 3"/>
          <p:cNvSpPr txBox="1"/>
          <p:nvPr>
            <p:custDataLst>
              <p:tags r:id="rId5"/>
            </p:custDataLst>
          </p:nvPr>
        </p:nvSpPr>
        <p:spPr>
          <a:xfrm>
            <a:off x="175895" y="1081405"/>
            <a:ext cx="181991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输出配置</a:t>
            </a: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225675" y="1081088"/>
            <a:ext cx="9623425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使能定时器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和相关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口时钟。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使能定时器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时钟：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RCC_APB1PeriphClockCmd();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GPIOA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时钟：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RCC_APB2PeriphClockCmd();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口为复用功能输出。函数：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GPIO_Init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GPIO_InitStructure.GPIO_Mode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GPIO_Mode_AF_PP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  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 startAt="3"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这里我们是要把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PB5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用作定时器的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输出引脚，所以要重映射配置，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所以需要开启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AFIO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时钟。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RCC_APB2PeriphClockCmd(RCC_APB2Periph_AFIO,ENABLE);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初始化定时器：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ARR,PSC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等：</a:t>
            </a:r>
            <a:r>
              <a:rPr kumimoji="0" lang="en-US" altLang="zh-CN" sz="200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TIM_TimeBaseInit</a:t>
            </a: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⑤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初始化输出比较参数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TIM_OC2Init();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⑥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使能预装载寄存器：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TIM_OC2PreloadConfig(TIM3, 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TIM_OCPreload_Enable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⑦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使能定时器。</a:t>
            </a:r>
            <a:r>
              <a:rPr kumimoji="0" lang="en-US" altLang="zh-CN" sz="200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TIM_Cmd</a:t>
            </a: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⑧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设置比较值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CCRx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TIM_SetCompare2();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80010" y="112395"/>
            <a:ext cx="43129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5.2 </a:t>
            </a:r>
            <a:r>
              <a:rPr 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库函数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517" name="TextBox 1"/>
          <p:cNvSpPr txBox="1"/>
          <p:nvPr>
            <p:custDataLst>
              <p:tags r:id="rId5"/>
            </p:custDataLst>
          </p:nvPr>
        </p:nvSpPr>
        <p:spPr>
          <a:xfrm>
            <a:off x="2019300" y="2690813"/>
            <a:ext cx="7345363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</a:pPr>
            <a:endParaRPr lang="zh-CN" altLang="en-US" sz="24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8" name="TextBox 2"/>
          <p:cNvSpPr txBox="1"/>
          <p:nvPr>
            <p:custDataLst>
              <p:tags r:id="rId6"/>
            </p:custDataLst>
          </p:nvPr>
        </p:nvSpPr>
        <p:spPr>
          <a:xfrm>
            <a:off x="879158" y="1362075"/>
            <a:ext cx="599630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STM32 </a:t>
            </a:r>
            <a:r>
              <a:rPr lang="zh-CN" altLang="en-US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定时器</a:t>
            </a:r>
            <a:r>
              <a:rPr lang="en-US" altLang="zh-CN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输出通道引脚</a:t>
            </a:r>
            <a:endParaRPr lang="zh-CN" altLang="en-US" sz="32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1519" name="Picture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03300" y="2461895"/>
            <a:ext cx="10184765" cy="221107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lt2">
                <a:alpha val="50000"/>
              </a:schemeClr>
            </a:prstShdw>
          </a:effectLst>
        </p:spPr>
      </p:pic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80010" y="112395"/>
            <a:ext cx="49396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5.1 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通用定时器</a:t>
            </a:r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概述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260985" y="6021705"/>
            <a:ext cx="533400" cy="45974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/>
            <a:endParaRPr lang="zh-CN" altLang="en-US" sz="1600" baseline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 rot="1322092">
            <a:off x="11132185" y="305435"/>
            <a:ext cx="780415" cy="671195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/>
              <a:endParaRPr lang="zh-CN" altLang="en-US" sz="1600" baseline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TextBox 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25675" y="1081088"/>
            <a:ext cx="9623425" cy="5262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使能定时器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和相关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口时钟。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使能定时器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时钟：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RCC_APB1PeriphClockCmd();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GPIOB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时钟：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RCC_APB2PeriphClockCmd();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口为复用功能输出。函数：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GPIO_Init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GPIO_InitStructure.GPIO_Mode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GPIO_Mode_AF_PP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  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 startAt="3"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这里我们是要把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PB5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用作定时器的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输出引脚，所以要重映射配置，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所以需要开启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AFIO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时钟。同时设置重映射。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RCC_APB2PeriphClockCmd(RCC_APB2Periph_AFIO,ENABLE);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GPIO_PinRemapConfig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(GPIO_PartialRemap_TIM3, ENABLE);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初始化定时器：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ARR,PSC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等：</a:t>
            </a:r>
            <a:r>
              <a:rPr kumimoji="0" lang="en-US" altLang="zh-CN" sz="200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TIM_TimeBaseInit</a:t>
            </a: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⑤ 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初始化输出比较参数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TIM_OC2Init();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⑥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使能预装载寄存器：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TIM_OC2PreloadConfig(TIM3, 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TIM_OCPreload_Enable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0" lang="en-US" altLang="zh-CN" sz="20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⑦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使能定时器。</a:t>
            </a:r>
            <a:r>
              <a:rPr kumimoji="0" lang="en-US" altLang="zh-CN" sz="200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TIM_Cmd</a:t>
            </a: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();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⑧  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不断改变比较值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CCRx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，达到不同的占空比效果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kumimoji="0" lang="en-US" altLang="zh-CN" sz="20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TIM_SetCompare2();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80010" y="112395"/>
            <a:ext cx="431292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5.2 </a:t>
            </a:r>
            <a:r>
              <a:rPr 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输出</a:t>
            </a:r>
            <a:r>
              <a:rPr lang="zh-CN" altLang="en-US" sz="32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库函数</a:t>
            </a:r>
            <a:endParaRPr lang="zh-CN" altLang="en-US" sz="32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TextBox 3"/>
          <p:cNvSpPr txBox="1"/>
          <p:nvPr>
            <p:custDataLst>
              <p:tags r:id="rId7"/>
            </p:custDataLst>
          </p:nvPr>
        </p:nvSpPr>
        <p:spPr>
          <a:xfrm>
            <a:off x="175895" y="1081405"/>
            <a:ext cx="181991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 eaLnBrk="1" hangingPunct="1">
              <a:buFont typeface="Wingdings" panose="05000000000000000000" pitchFamily="2" charset="2"/>
              <a:buChar char="u"/>
            </a:pP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输出配置</a:t>
            </a:r>
            <a:r>
              <a:rPr lang="en-US" altLang="zh-CN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3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3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15" name="TextBox 4"/>
          <p:cNvSpPr txBox="1"/>
          <p:nvPr>
            <p:custDataLst>
              <p:tags r:id="rId1"/>
            </p:custDataLst>
          </p:nvPr>
        </p:nvSpPr>
        <p:spPr>
          <a:xfrm>
            <a:off x="1300480" y="853440"/>
            <a:ext cx="972439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配置定时器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为向下计数，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模式选择模式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高电平为有效电平，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寄存器和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CCR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寄存器填入什么值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时可以产生占空比为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80%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波形？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A. 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ARR = 9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CCR=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en-US" altLang="zh-CN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B.  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ARR = 9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CCR=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endParaRPr lang="en-US" altLang="zh-CN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C.  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ARR = 2999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CCR=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600</a:t>
            </a:r>
            <a:endParaRPr lang="en-US" altLang="zh-CN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D.  ARR = 2999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CCR=2400    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15" name="TextBox 4"/>
          <p:cNvSpPr txBox="1"/>
          <p:nvPr>
            <p:custDataLst>
              <p:tags r:id="rId1"/>
            </p:custDataLst>
          </p:nvPr>
        </p:nvSpPr>
        <p:spPr>
          <a:xfrm>
            <a:off x="1300480" y="853440"/>
            <a:ext cx="972439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以下说法错误的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是（）。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A. 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使用控制器输出占空比为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40%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电压信号，若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IO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口高电平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5V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，则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IO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口平均输出电压为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2V</a:t>
            </a:r>
            <a:endParaRPr lang="en-US" altLang="zh-CN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B.  STM32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可以不占用任何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</a:t>
            </a:r>
            <a:endParaRPr lang="en-US" altLang="zh-CN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C.  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IO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口输出高电平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LED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点亮，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想要让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LED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的亮度变暗，可以让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IO</a:t>
            </a:r>
            <a:endParaRPr lang="en-US" altLang="zh-CN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口输出占空比为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50%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、频率为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10Hz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PWM</a:t>
            </a:r>
            <a:endParaRPr lang="en-US" altLang="zh-CN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D.  STM32</a:t>
            </a:r>
            <a:r>
              <a: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不用输出比较通道也可以产生</a:t>
            </a:r>
            <a:r>
              <a:rPr lang="en-US" altLang="zh-CN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PWM    </a:t>
            </a:r>
            <a:endParaRPr lang="zh-CN" alt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6.xml><?xml version="1.0" encoding="utf-8"?>
<p:tagLst xmlns:p="http://schemas.openxmlformats.org/presentationml/2006/main">
  <p:tag name="KSO_WM_SLIDE_BACKGROUND_TYPE" val="general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leftRigh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3.xml><?xml version="1.0" encoding="utf-8"?>
<p:tagLst xmlns:p="http://schemas.openxmlformats.org/presentationml/2006/main">
  <p:tag name="KSO_WM_SLIDE_BACKGROUND_TYPE" val="leftRight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4.xml><?xml version="1.0" encoding="utf-8"?>
<p:tagLst xmlns:p="http://schemas.openxmlformats.org/presentationml/2006/main">
  <p:tag name="KSO_WM_SLIDE_BACKGROUND_TYPE" val="topBottom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ottomTop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5.xml><?xml version="1.0" encoding="utf-8"?>
<p:tagLst xmlns:p="http://schemas.openxmlformats.org/presentationml/2006/main">
  <p:tag name="KSO_WM_SLIDE_BACKGROUND_TYPE" val="bottomTop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navigation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6.xml><?xml version="1.0" encoding="utf-8"?>
<p:tagLst xmlns:p="http://schemas.openxmlformats.org/presentationml/2006/main">
  <p:tag name="KSO_WM_SLIDE_BACKGROUND_TYPE" val="navigation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0.xml><?xml version="1.0" encoding="utf-8"?>
<p:tagLst xmlns:p="http://schemas.openxmlformats.org/presentationml/2006/main">
  <p:tag name="KSO_WM_SLIDE_BACKGROUND_TYPE" val="belt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486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486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4520_1"/>
  <p:tag name="KSO_WM_TEMPLATE_CATEGORY" val="custom"/>
  <p:tag name="KSO_WM_TEMPLATE_INDEX" val="20184862"/>
  <p:tag name="KSO_WM_TEMPLATE_SUBCATEGORY" val="0"/>
  <p:tag name="KSO_WM_TEMPLATE_THUMBS_INDEX" val="1、6、7、8、10、22、30"/>
  <p:tag name="KSO_WM_UNIT_SHOW_EDIT_AREA_INDICATION" val="0"/>
  <p:tag name="KSO_WM_TEMPLATE_MASTER_TYPE" val="1"/>
  <p:tag name="KSO_WM_TEMPLATE_COLOR_TYPE" val="0"/>
  <p:tag name="KSO_WM_TEMPLATE_MASTER_THUMB_INDEX" val="12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91.xml><?xml version="1.0" encoding="utf-8"?>
<p:tagLst xmlns:p="http://schemas.openxmlformats.org/presentationml/2006/main">
  <p:tag name="KSO_WM_SLIDE_BACKGROUND_TYPE" val="general"/>
  <p:tag name="KSO_WM_UNIT_TYPE" val="i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94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1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96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98.xml><?xml version="1.0" encoding="utf-8"?>
<p:tagLst xmlns:p="http://schemas.openxmlformats.org/presentationml/2006/main">
  <p:tag name="KSO_WM_SLIDE_BACKGROUND_TYPE" val="general"/>
  <p:tag name="KSO_WM_UNIT_TYPE" val="i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04.xml><?xml version="1.0" encoding="utf-8"?>
<p:tagLst xmlns:p="http://schemas.openxmlformats.org/presentationml/2006/main">
  <p:tag name="KSO_WM_SLIDE_BACKGROUND_TYPE" val="general"/>
  <p:tag name="KSO_WM_UNIT_TYPE" val="i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07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2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12.xml><?xml version="1.0" encoding="utf-8"?>
<p:tagLst xmlns:p="http://schemas.openxmlformats.org/presentationml/2006/main">
  <p:tag name="KSO_WM_SLIDE_BACKGROUND_TYPE" val="general"/>
  <p:tag name="KSO_WM_UNIT_TYPE" val="i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15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2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19.xml><?xml version="1.0" encoding="utf-8"?>
<p:tagLst xmlns:p="http://schemas.openxmlformats.org/presentationml/2006/main">
  <p:tag name="KSO_WM_UNIT_TABLE_BEAUTIFY" val="smartTable{233f0510-a390-49fc-8093-afab22e1fd33}"/>
  <p:tag name="TABLE_SKINIDX" val="2"/>
  <p:tag name="TABLE_ENCOLOR" val="#FFFFFF"/>
  <p:tag name="KSO_WM_UNIT_HIGHLIGHT" val="0"/>
  <p:tag name="KSO_WM_UNIT_COMPATIBLE" val="0"/>
  <p:tag name="KSO_WM_UNIT_DIAGRAM_ISNUMVISUAL" val="0"/>
  <p:tag name="KSO_WM_UNIT_DIAGRAM_ISREFERUNIT" val="0"/>
  <p:tag name="KSO_WM_UNIT_ID" val="mixed20204005_1*β*1"/>
  <p:tag name="KSO_WM_TEMPLATE_CATEGORY" val="mixed"/>
  <p:tag name="KSO_WM_TEMPLATE_INDEX" val="20204005"/>
  <p:tag name="KSO_WM_UNIT_LAYERLEVEL" val="1"/>
  <p:tag name="KSO_WM_TAG_VERSION" val="1.0"/>
  <p:tag name="KSO_WM_BEAUTIFY_FLAG" val="#wm#"/>
  <p:tag name="KSO_WM_UNIT_VALUE" val="1124*2867"/>
  <p:tag name="KSO_WM_UNIT_TYPE" val="β"/>
  <p:tag name="KSO_WM_UNIT_INDEX" val="1"/>
  <p:tag name="TABLE_ENDDRAG_ORIGIN_RECT" val="578*272"/>
  <p:tag name="TABLE_ENDDRAG_RECT" val="170*123*578*272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22.xml><?xml version="1.0" encoding="utf-8"?>
<p:tagLst xmlns:p="http://schemas.openxmlformats.org/presentationml/2006/main">
  <p:tag name="KSO_WM_SLIDE_BACKGROUND_TYPE" val="general"/>
  <p:tag name="KSO_WM_UNIT_TYPE" val="i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6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2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31.xml><?xml version="1.0" encoding="utf-8"?>
<p:tagLst xmlns:p="http://schemas.openxmlformats.org/presentationml/2006/main">
  <p:tag name="KSO_WM_SLIDE_BACKGROUND_TYPE" val="general"/>
  <p:tag name="KSO_WM_UNIT_TYPE" val="i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5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2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40.xml><?xml version="1.0" encoding="utf-8"?>
<p:tagLst xmlns:p="http://schemas.openxmlformats.org/presentationml/2006/main">
  <p:tag name="KSO_WM_SLIDE_BACKGROUND_TYPE" val="general"/>
  <p:tag name="KSO_WM_UNIT_TYPE" val="i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49.xml><?xml version="1.0" encoding="utf-8"?>
<p:tagLst xmlns:p="http://schemas.openxmlformats.org/presentationml/2006/main">
  <p:tag name="KSO_WM_SLIDE_BACKGROUND_TYPE" val="general"/>
  <p:tag name="KSO_WM_UNIT_TYPE" val="i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4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7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5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2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0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64.xml><?xml version="1.0" encoding="utf-8"?>
<p:tagLst xmlns:p="http://schemas.openxmlformats.org/presentationml/2006/main">
  <p:tag name="KSO_WM_SLIDE_BACKGROUND_TYPE" val="general"/>
  <p:tag name="KSO_WM_UNIT_TYPE" val="i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72.xml><?xml version="1.0" encoding="utf-8"?>
<p:tagLst xmlns:p="http://schemas.openxmlformats.org/presentationml/2006/main">
  <p:tag name="KSO_WM_SLIDE_BACKGROUND_TYPE" val="general"/>
  <p:tag name="KSO_WM_UNIT_TYPE" val="i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84.xml><?xml version="1.0" encoding="utf-8"?>
<p:tagLst xmlns:p="http://schemas.openxmlformats.org/presentationml/2006/main">
  <p:tag name="KSO_WM_SLIDE_BACKGROUND_TYPE" val="general"/>
  <p:tag name="KSO_WM_UNIT_TYPE" val="i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8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93.xml><?xml version="1.0" encoding="utf-8"?>
<p:tagLst xmlns:p="http://schemas.openxmlformats.org/presentationml/2006/main">
  <p:tag name="KSO_WM_SLIDE_BACKGROUND_TYPE" val="general"/>
  <p:tag name="KSO_WM_UNIT_TYPE" val="i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2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01.xml><?xml version="1.0" encoding="utf-8"?>
<p:tagLst xmlns:p="http://schemas.openxmlformats.org/presentationml/2006/main">
  <p:tag name="KSO_WM_SLIDE_BACKGROUND_TYPE" val="general"/>
  <p:tag name="KSO_WM_UNIT_TYPE" val="i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6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10.xml><?xml version="1.0" encoding="utf-8"?>
<p:tagLst xmlns:p="http://schemas.openxmlformats.org/presentationml/2006/main">
  <p:tag name="KSO_WM_SLIDE_BACKGROUND_TYPE" val="general"/>
  <p:tag name="KSO_WM_UNIT_TYPE" val="i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3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16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1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319.xml><?xml version="1.0" encoding="utf-8"?>
<p:tagLst xmlns:p="http://schemas.openxmlformats.org/presentationml/2006/main">
  <p:tag name="commondata" val="eyJoZGlkIjoiZWY4OTJjMmQxNDQ2NDZhZWQwNDU0NmI5NmY5NThjMDMifQ=="/>
</p:tagLst>
</file>

<file path=ppt/theme/theme1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">
  <a:themeElements>
    <a:clrScheme name="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主题">
  <a:themeElements>
    <a:clrScheme name="5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5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主题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主题">
  <a:themeElements>
    <a:clrScheme name="7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Office 主题">
  <a:themeElements>
    <a:clrScheme name="8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主题">
  <a:themeElements>
    <a:clrScheme name="9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9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Office 主题">
  <a:themeElements>
    <a:clrScheme name="10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0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Office 主题">
  <a:themeElements>
    <a:clrScheme name="1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Office 主题">
  <a:themeElements>
    <a:clrScheme name="1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CFF3FA"/>
      </a:dk2>
      <a:lt2>
        <a:srgbClr val="FDE7E6"/>
      </a:lt2>
      <a:accent1>
        <a:srgbClr val="5EB6DD"/>
      </a:accent1>
      <a:accent2>
        <a:srgbClr val="5FACEB"/>
      </a:accent2>
      <a:accent3>
        <a:srgbClr val="759EEF"/>
      </a:accent3>
      <a:accent4>
        <a:srgbClr val="9389E8"/>
      </a:accent4>
      <a:accent5>
        <a:srgbClr val="B870D8"/>
      </a:accent5>
      <a:accent6>
        <a:srgbClr val="D54CBA"/>
      </a:accent6>
      <a:hlink>
        <a:srgbClr val="46ABD9"/>
      </a:hlink>
      <a:folHlink>
        <a:srgbClr val="AB69AE"/>
      </a:folHlink>
    </a:clrScheme>
    <a:fontScheme name="商务风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3590</Words>
  <Application>WPS 演示</Application>
  <PresentationFormat>自定义</PresentationFormat>
  <Paragraphs>253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19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Calibri Light</vt:lpstr>
      <vt:lpstr>微软雅黑</vt:lpstr>
      <vt:lpstr>汉仪旗黑-85S</vt:lpstr>
      <vt:lpstr>黑体</vt:lpstr>
      <vt:lpstr>Arial Unicode MS</vt:lpstr>
      <vt:lpstr>1_Office 主题</vt:lpstr>
      <vt:lpstr>2_Office 主题</vt:lpstr>
      <vt:lpstr>3_Office 主题</vt:lpstr>
      <vt:lpstr>4_Office 主题</vt:lpstr>
      <vt:lpstr>5_Office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哎呀小小草</dc:creator>
  <cp:lastModifiedBy>王鸿飞</cp:lastModifiedBy>
  <cp:revision>79</cp:revision>
  <dcterms:created xsi:type="dcterms:W3CDTF">2013-10-15T08:54:00Z</dcterms:created>
  <dcterms:modified xsi:type="dcterms:W3CDTF">2023-11-27T02:07:34Z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5738DDA2D90949EAA94B9E7BA02D35A6_13</vt:lpwstr>
  </property>
</Properties>
</file>
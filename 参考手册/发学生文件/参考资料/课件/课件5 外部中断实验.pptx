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10.xml" ContentType="application/vnd.openxmlformats-officedocument.presentationml.slideLayout+xml"/>
  <Override PartName="/ppt/slideLayouts/slideLayout111.xml" ContentType="application/vnd.openxmlformats-officedocument.presentationml.slideLayout+xml"/>
  <Override PartName="/ppt/slideLayouts/slideLayout112.xml" ContentType="application/vnd.openxmlformats-officedocument.presentationml.slideLayout+xml"/>
  <Override PartName="/ppt/slideLayouts/slideLayout113.xml" ContentType="application/vnd.openxmlformats-officedocument.presentationml.slideLayout+xml"/>
  <Override PartName="/ppt/slideLayouts/slideLayout114.xml" ContentType="application/vnd.openxmlformats-officedocument.presentationml.slideLayout+xml"/>
  <Override PartName="/ppt/slideLayouts/slideLayout115.xml" ContentType="application/vnd.openxmlformats-officedocument.presentationml.slideLayout+xml"/>
  <Override PartName="/ppt/slideLayouts/slideLayout116.xml" ContentType="application/vnd.openxmlformats-officedocument.presentationml.slideLayout+xml"/>
  <Override PartName="/ppt/slideLayouts/slideLayout117.xml" ContentType="application/vnd.openxmlformats-officedocument.presentationml.slideLayout+xml"/>
  <Override PartName="/ppt/slideLayouts/slideLayout118.xml" ContentType="application/vnd.openxmlformats-officedocument.presentationml.slideLayout+xml"/>
  <Override PartName="/ppt/slideLayouts/slideLayout119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20.xml" ContentType="application/vnd.openxmlformats-officedocument.presentationml.slideLayout+xml"/>
  <Override PartName="/ppt/slideLayouts/slideLayout121.xml" ContentType="application/vnd.openxmlformats-officedocument.presentationml.slideLayout+xml"/>
  <Override PartName="/ppt/slideLayouts/slideLayout122.xml" ContentType="application/vnd.openxmlformats-officedocument.presentationml.slideLayout+xml"/>
  <Override PartName="/ppt/slideLayouts/slideLayout123.xml" ContentType="application/vnd.openxmlformats-officedocument.presentationml.slideLayout+xml"/>
  <Override PartName="/ppt/slideLayouts/slideLayout124.xml" ContentType="application/vnd.openxmlformats-officedocument.presentationml.slideLayout+xml"/>
  <Override PartName="/ppt/slideLayouts/slideLayout125.xml" ContentType="application/vnd.openxmlformats-officedocument.presentationml.slideLayout+xml"/>
  <Override PartName="/ppt/slideLayouts/slideLayout126.xml" ContentType="application/vnd.openxmlformats-officedocument.presentationml.slideLayout+xml"/>
  <Override PartName="/ppt/slideLayouts/slideLayout127.xml" ContentType="application/vnd.openxmlformats-officedocument.presentationml.slideLayout+xml"/>
  <Override PartName="/ppt/slideLayouts/slideLayout128.xml" ContentType="application/vnd.openxmlformats-officedocument.presentationml.slideLayout+xml"/>
  <Override PartName="/ppt/slideLayouts/slideLayout129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30.xml" ContentType="application/vnd.openxmlformats-officedocument.presentationml.slideLayout+xml"/>
  <Override PartName="/ppt/slideLayouts/slideLayout131.xml" ContentType="application/vnd.openxmlformats-officedocument.presentationml.slideLayout+xml"/>
  <Override PartName="/ppt/slideLayouts/slideLayout132.xml" ContentType="application/vnd.openxmlformats-officedocument.presentationml.slideLayout+xml"/>
  <Override PartName="/ppt/slideLayouts/slideLayout133.xml" ContentType="application/vnd.openxmlformats-officedocument.presentationml.slideLayout+xml"/>
  <Override PartName="/ppt/slideLayouts/slideLayout134.xml" ContentType="application/vnd.openxmlformats-officedocument.presentationml.slideLayout+xml"/>
  <Override PartName="/ppt/slideLayouts/slideLayout135.xml" ContentType="application/vnd.openxmlformats-officedocument.presentationml.slideLayout+xml"/>
  <Override PartName="/ppt/slideLayouts/slideLayout136.xml" ContentType="application/vnd.openxmlformats-officedocument.presentationml.slideLayout+xml"/>
  <Override PartName="/ppt/slideLayouts/slideLayout137.xml" ContentType="application/vnd.openxmlformats-officedocument.presentationml.slideLayout+xml"/>
  <Override PartName="/ppt/slideLayouts/slideLayout138.xml" ContentType="application/vnd.openxmlformats-officedocument.presentationml.slideLayout+xml"/>
  <Override PartName="/ppt/slideLayouts/slideLayout139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40.xml" ContentType="application/vnd.openxmlformats-officedocument.presentationml.slideLayout+xml"/>
  <Override PartName="/ppt/slideLayouts/slideLayout141.xml" ContentType="application/vnd.openxmlformats-officedocument.presentationml.slideLayout+xml"/>
  <Override PartName="/ppt/slideLayouts/slideLayout142.xml" ContentType="application/vnd.openxmlformats-officedocument.presentationml.slideLayout+xml"/>
  <Override PartName="/ppt/slideLayouts/slideLayout143.xml" ContentType="application/vnd.openxmlformats-officedocument.presentationml.slideLayout+xml"/>
  <Override PartName="/ppt/slideLayouts/slideLayout144.xml" ContentType="application/vnd.openxmlformats-officedocument.presentationml.slideLayout+xml"/>
  <Override PartName="/ppt/slideLayouts/slideLayout145.xml" ContentType="application/vnd.openxmlformats-officedocument.presentationml.slideLayout+xml"/>
  <Override PartName="/ppt/slideLayouts/slideLayout146.xml" ContentType="application/vnd.openxmlformats-officedocument.presentationml.slideLayout+xml"/>
  <Override PartName="/ppt/slideLayouts/slideLayout147.xml" ContentType="application/vnd.openxmlformats-officedocument.presentationml.slideLayout+xml"/>
  <Override PartName="/ppt/slideLayouts/slideLayout148.xml" ContentType="application/vnd.openxmlformats-officedocument.presentationml.slideLayout+xml"/>
  <Override PartName="/ppt/slideLayouts/slideLayout149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50.xml" ContentType="application/vnd.openxmlformats-officedocument.presentationml.slideLayout+xml"/>
  <Override PartName="/ppt/slideLayouts/slideLayout151.xml" ContentType="application/vnd.openxmlformats-officedocument.presentationml.slideLayout+xml"/>
  <Override PartName="/ppt/slideLayouts/slideLayout152.xml" ContentType="application/vnd.openxmlformats-officedocument.presentationml.slideLayout+xml"/>
  <Override PartName="/ppt/slideLayouts/slideLayout153.xml" ContentType="application/vnd.openxmlformats-officedocument.presentationml.slideLayout+xml"/>
  <Override PartName="/ppt/slideLayouts/slideLayout154.xml" ContentType="application/vnd.openxmlformats-officedocument.presentationml.slideLayout+xml"/>
  <Override PartName="/ppt/slideLayouts/slideLayout155.xml" ContentType="application/vnd.openxmlformats-officedocument.presentationml.slideLayout+xml"/>
  <Override PartName="/ppt/slideLayouts/slideLayout156.xml" ContentType="application/vnd.openxmlformats-officedocument.presentationml.slideLayout+xml"/>
  <Override PartName="/ppt/slideLayouts/slideLayout157.xml" ContentType="application/vnd.openxmlformats-officedocument.presentationml.slideLayout+xml"/>
  <Override PartName="/ppt/slideLayouts/slideLayout158.xml" ContentType="application/vnd.openxmlformats-officedocument.presentationml.slideLayout+xml"/>
  <Override PartName="/ppt/slideLayouts/slideLayout159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60.xml" ContentType="application/vnd.openxmlformats-officedocument.presentationml.slideLayout+xml"/>
  <Override PartName="/ppt/slideLayouts/slideLayout16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14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tags/tag246.xml" ContentType="application/vnd.openxmlformats-officedocument.presentationml.tags+xml"/>
  <Override PartName="/ppt/tags/tag247.xml" ContentType="application/vnd.openxmlformats-officedocument.presentationml.tags+xml"/>
  <Override PartName="/ppt/tags/tag248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10.xml" ContentType="application/vnd.openxmlformats-officedocument.theme+xml"/>
  <Override PartName="/ppt/theme/theme11.xml" ContentType="application/vnd.openxmlformats-officedocument.theme+xml"/>
  <Override PartName="/ppt/theme/theme12.xml" ContentType="application/vnd.openxmlformats-officedocument.theme+xml"/>
  <Override PartName="/ppt/theme/theme13.xml" ContentType="application/vnd.openxmlformats-officedocument.theme+xml"/>
  <Override PartName="/ppt/theme/theme14.xml" ContentType="application/vnd.openxmlformats-officedocument.theme+xml"/>
  <Override PartName="/ppt/theme/theme15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3"/>
    <p:sldMasterId id="2147483672" r:id="rId4"/>
    <p:sldMasterId id="2147483684" r:id="rId5"/>
    <p:sldMasterId id="2147483696" r:id="rId6"/>
    <p:sldMasterId id="2147483708" r:id="rId7"/>
    <p:sldMasterId id="2147483720" r:id="rId8"/>
    <p:sldMasterId id="2147483732" r:id="rId9"/>
    <p:sldMasterId id="2147483744" r:id="rId10"/>
    <p:sldMasterId id="2147483756" r:id="rId11"/>
    <p:sldMasterId id="2147483768" r:id="rId12"/>
    <p:sldMasterId id="2147483780" r:id="rId13"/>
    <p:sldMasterId id="2147483792" r:id="rId14"/>
    <p:sldMasterId id="2147483804" r:id="rId15"/>
  </p:sldMasterIdLst>
  <p:notesMasterIdLst>
    <p:notesMasterId r:id="rId25"/>
  </p:notesMasterIdLst>
  <p:sldIdLst>
    <p:sldId id="430" r:id="rId16"/>
    <p:sldId id="437" r:id="rId17"/>
    <p:sldId id="438" r:id="rId18"/>
    <p:sldId id="431" r:id="rId19"/>
    <p:sldId id="432" r:id="rId20"/>
    <p:sldId id="433" r:id="rId21"/>
    <p:sldId id="434" r:id="rId22"/>
    <p:sldId id="435" r:id="rId23"/>
    <p:sldId id="436" r:id="rId24"/>
  </p:sldIdLst>
  <p:sldSz cx="12192000" cy="6858000"/>
  <p:notesSz cx="6858000" cy="9144000"/>
  <p:custDataLst>
    <p:tags r:id="rId30"/>
  </p:custDataLst>
  <p:defaultTextStyle>
    <a:defPPr>
      <a:defRPr lang="zh-CN"/>
    </a:defPPr>
    <a:lvl1pPr marL="0" lvl="0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1pPr>
    <a:lvl2pPr marL="457200" lvl="1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b="0" i="0" u="none" kern="1200" baseline="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2pPr>
    <a:lvl3pPr marL="914400" lvl="2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Tx/>
      <a:buNone/>
      <a:defRPr b="0" i="0" u="none" kern="1200" baseline="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3pPr>
    <a:lvl4pPr marL="1371600" lvl="3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b="0" i="0" u="none" kern="1200" baseline="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4pPr>
    <a:lvl5pPr marL="1828800" lvl="4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Tx/>
      <a:buNone/>
      <a:defRPr b="0" i="0" u="none" kern="1200" baseline="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5pPr>
    <a:lvl6pPr marL="2286000" lvl="5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Tx/>
      <a:buNone/>
      <a:defRPr b="0" i="0" u="none" kern="1200" baseline="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6pPr>
    <a:lvl7pPr marL="2743200" lvl="6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Tx/>
      <a:buNone/>
      <a:defRPr b="0" i="0" u="none" kern="1200" baseline="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7pPr>
    <a:lvl8pPr marL="3200400" lvl="7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Tx/>
      <a:buNone/>
      <a:defRPr b="0" i="0" u="none" kern="1200" baseline="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8pPr>
    <a:lvl9pPr marL="3657600" lvl="8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Tx/>
      <a:buNone/>
      <a:defRPr b="0" i="0" u="none" kern="1200" baseline="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097" userDrawn="1">
          <p15:clr>
            <a:srgbClr val="A4A3A4"/>
          </p15:clr>
        </p15:guide>
        <p15:guide id="2" pos="3844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幸全" initials="幸全" lastIdx="1" clrIdx="0"/>
  <p:cmAuthor id="2" name="作者" initials="A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6AF00"/>
    <a:srgbClr val="F4B183"/>
    <a:srgbClr val="FABE00"/>
    <a:srgbClr val="FCFCFC"/>
    <a:srgbClr val="FFC713"/>
    <a:srgbClr val="FFC000"/>
    <a:srgbClr val="F19C6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6888"/>
    <p:restoredTop sz="94660"/>
  </p:normalViewPr>
  <p:slideViewPr>
    <p:cSldViewPr snapToGrid="0" showGuides="1">
      <p:cViewPr varScale="1">
        <p:scale>
          <a:sx n="70" d="100"/>
          <a:sy n="70" d="100"/>
        </p:scale>
        <p:origin x="-114" y="-114"/>
      </p:cViewPr>
      <p:guideLst>
        <p:guide orient="horz" pos="2097"/>
        <p:guide pos="384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Master" Target="slideMasters/slideMaster8.xml"/><Relationship Id="rId8" Type="http://schemas.openxmlformats.org/officeDocument/2006/relationships/slideMaster" Target="slideMasters/slideMaster7.xml"/><Relationship Id="rId7" Type="http://schemas.openxmlformats.org/officeDocument/2006/relationships/slideMaster" Target="slideMasters/slideMaster6.xml"/><Relationship Id="rId6" Type="http://schemas.openxmlformats.org/officeDocument/2006/relationships/slideMaster" Target="slideMasters/slideMaster5.xml"/><Relationship Id="rId5" Type="http://schemas.openxmlformats.org/officeDocument/2006/relationships/slideMaster" Target="slideMasters/slideMaster4.xml"/><Relationship Id="rId4" Type="http://schemas.openxmlformats.org/officeDocument/2006/relationships/slideMaster" Target="slideMasters/slideMaster3.xml"/><Relationship Id="rId30" Type="http://schemas.openxmlformats.org/officeDocument/2006/relationships/tags" Target="tags/tag248.xml"/><Relationship Id="rId3" Type="http://schemas.openxmlformats.org/officeDocument/2006/relationships/slideMaster" Target="slideMasters/slideMaster2.xml"/><Relationship Id="rId29" Type="http://schemas.openxmlformats.org/officeDocument/2006/relationships/commentAuthors" Target="commentAuthors.xml"/><Relationship Id="rId28" Type="http://schemas.openxmlformats.org/officeDocument/2006/relationships/tableStyles" Target="tableStyles.xml"/><Relationship Id="rId27" Type="http://schemas.openxmlformats.org/officeDocument/2006/relationships/viewProps" Target="viewProps.xml"/><Relationship Id="rId26" Type="http://schemas.openxmlformats.org/officeDocument/2006/relationships/presProps" Target="presProps.xml"/><Relationship Id="rId25" Type="http://schemas.openxmlformats.org/officeDocument/2006/relationships/notesMaster" Target="notesMasters/notesMaster1.xml"/><Relationship Id="rId24" Type="http://schemas.openxmlformats.org/officeDocument/2006/relationships/slide" Target="slides/slide9.xml"/><Relationship Id="rId23" Type="http://schemas.openxmlformats.org/officeDocument/2006/relationships/slide" Target="slides/slide8.xml"/><Relationship Id="rId22" Type="http://schemas.openxmlformats.org/officeDocument/2006/relationships/slide" Target="slides/slide7.xml"/><Relationship Id="rId21" Type="http://schemas.openxmlformats.org/officeDocument/2006/relationships/slide" Target="slides/slide6.xml"/><Relationship Id="rId20" Type="http://schemas.openxmlformats.org/officeDocument/2006/relationships/slide" Target="slides/slide5.xml"/><Relationship Id="rId2" Type="http://schemas.openxmlformats.org/officeDocument/2006/relationships/theme" Target="theme/theme1.xml"/><Relationship Id="rId19" Type="http://schemas.openxmlformats.org/officeDocument/2006/relationships/slide" Target="slides/slide4.xml"/><Relationship Id="rId18" Type="http://schemas.openxmlformats.org/officeDocument/2006/relationships/slide" Target="slides/slide3.xml"/><Relationship Id="rId17" Type="http://schemas.openxmlformats.org/officeDocument/2006/relationships/slide" Target="slides/slide2.xml"/><Relationship Id="rId16" Type="http://schemas.openxmlformats.org/officeDocument/2006/relationships/slide" Target="slides/slide1.xml"/><Relationship Id="rId15" Type="http://schemas.openxmlformats.org/officeDocument/2006/relationships/slideMaster" Target="slideMasters/slideMaster14.xml"/><Relationship Id="rId14" Type="http://schemas.openxmlformats.org/officeDocument/2006/relationships/slideMaster" Target="slideMasters/slideMaster13.xml"/><Relationship Id="rId13" Type="http://schemas.openxmlformats.org/officeDocument/2006/relationships/slideMaster" Target="slideMasters/slideMaster12.xml"/><Relationship Id="rId12" Type="http://schemas.openxmlformats.org/officeDocument/2006/relationships/slideMaster" Target="slideMasters/slideMaster11.xml"/><Relationship Id="rId11" Type="http://schemas.openxmlformats.org/officeDocument/2006/relationships/slideMaster" Target="slideMasters/slideMaster10.xml"/><Relationship Id="rId10" Type="http://schemas.openxmlformats.org/officeDocument/2006/relationships/slideMaster" Target="slideMasters/slideMaster9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 bwMode="white"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0" hangingPunct="0">
              <a:buFont typeface="Arial" panose="020B0604020202020204" pitchFamily="34" charset="0"/>
              <a:buNone/>
              <a:defRPr sz="1200">
                <a:ea typeface="宋体" panose="02010600030101010101" pitchFamily="2" charset="-122"/>
              </a:defRPr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0" hangingPunct="0">
              <a:buFont typeface="Arial" panose="020B0604020202020204" pitchFamily="34" charset="0"/>
              <a:buNone/>
              <a:defRPr sz="1200">
                <a:ea typeface="宋体" panose="02010600030101010101" pitchFamily="2" charset="-122"/>
              </a:defRPr>
            </a:lvl1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单击此处编辑母版文本样式</a:t>
            </a: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第二级</a:t>
            </a: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第三级</a:t>
            </a: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1371600" marR="0" lvl="3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第四级</a:t>
            </a: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1828800" marR="0" lvl="4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第五级</a:t>
            </a: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0" hangingPunct="0">
              <a:buFont typeface="Arial" panose="020B0604020202020204" pitchFamily="34" charset="0"/>
              <a:buNone/>
              <a:defRPr sz="1200">
                <a:ea typeface="宋体" panose="02010600030101010101" pitchFamily="2" charset="-122"/>
              </a:defRPr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p>
            <a:pPr lvl="0" algn="r" fontAlgn="base">
              <a:buChar char="•"/>
            </a:pPr>
            <a:fld id="{9A0DB2DC-4C9A-4742-B13C-FB6460FD3503}" type="slidenum">
              <a:rPr lang="zh-CN" altLang="en-US" sz="1200" strike="noStrike" noProof="1" dirty="0"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z="1200" strike="noStrike" noProof="1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44.xml.rels><?xml version="1.0" encoding="UTF-8" standalone="yes"?>
<Relationships xmlns="http://schemas.openxmlformats.org/package/2006/relationships"><Relationship Id="rId9" Type="http://schemas.openxmlformats.org/officeDocument/2006/relationships/tags" Target="../tags/tag8.xml"/><Relationship Id="rId8" Type="http://schemas.openxmlformats.org/officeDocument/2006/relationships/tags" Target="../tags/tag7.xml"/><Relationship Id="rId7" Type="http://schemas.openxmlformats.org/officeDocument/2006/relationships/tags" Target="../tags/tag6.xml"/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6" Type="http://schemas.openxmlformats.org/officeDocument/2006/relationships/tags" Target="../tags/tag15.xml"/><Relationship Id="rId15" Type="http://schemas.openxmlformats.org/officeDocument/2006/relationships/tags" Target="../tags/tag14.xml"/><Relationship Id="rId14" Type="http://schemas.openxmlformats.org/officeDocument/2006/relationships/tags" Target="../tags/tag13.xml"/><Relationship Id="rId13" Type="http://schemas.openxmlformats.org/officeDocument/2006/relationships/tags" Target="../tags/tag12.xml"/><Relationship Id="rId12" Type="http://schemas.openxmlformats.org/officeDocument/2006/relationships/tags" Target="../tags/tag11.xml"/><Relationship Id="rId11" Type="http://schemas.openxmlformats.org/officeDocument/2006/relationships/tags" Target="../tags/tag10.xml"/><Relationship Id="rId10" Type="http://schemas.openxmlformats.org/officeDocument/2006/relationships/tags" Target="../tags/tag9.xml"/><Relationship Id="rId1" Type="http://schemas.openxmlformats.org/officeDocument/2006/relationships/slideMaster" Target="../slideMasters/slideMaster14.xml"/></Relationships>
</file>

<file path=ppt/slideLayouts/_rels/slideLayout145.xml.rels><?xml version="1.0" encoding="UTF-8" standalone="yes"?>
<Relationships xmlns="http://schemas.openxmlformats.org/package/2006/relationships"><Relationship Id="rId9" Type="http://schemas.openxmlformats.org/officeDocument/2006/relationships/tags" Target="../tags/tag23.xml"/><Relationship Id="rId8" Type="http://schemas.openxmlformats.org/officeDocument/2006/relationships/tags" Target="../tags/tag22.xml"/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0" Type="http://schemas.openxmlformats.org/officeDocument/2006/relationships/tags" Target="../tags/tag24.xml"/><Relationship Id="rId1" Type="http://schemas.openxmlformats.org/officeDocument/2006/relationships/slideMaster" Target="../slideMasters/slideMaster14.xml"/></Relationships>
</file>

<file path=ppt/slideLayouts/_rels/slideLayout146.xml.rels><?xml version="1.0" encoding="UTF-8" standalone="yes"?>
<Relationships xmlns="http://schemas.openxmlformats.org/package/2006/relationships"><Relationship Id="rId9" Type="http://schemas.openxmlformats.org/officeDocument/2006/relationships/tags" Target="../tags/tag32.xml"/><Relationship Id="rId8" Type="http://schemas.openxmlformats.org/officeDocument/2006/relationships/tags" Target="../tags/tag31.xml"/><Relationship Id="rId7" Type="http://schemas.openxmlformats.org/officeDocument/2006/relationships/tags" Target="../tags/tag30.xml"/><Relationship Id="rId6" Type="http://schemas.openxmlformats.org/officeDocument/2006/relationships/tags" Target="../tags/tag29.xml"/><Relationship Id="rId5" Type="http://schemas.openxmlformats.org/officeDocument/2006/relationships/tags" Target="../tags/tag28.xml"/><Relationship Id="rId4" Type="http://schemas.openxmlformats.org/officeDocument/2006/relationships/tags" Target="../tags/tag27.xml"/><Relationship Id="rId3" Type="http://schemas.openxmlformats.org/officeDocument/2006/relationships/tags" Target="../tags/tag26.xml"/><Relationship Id="rId2" Type="http://schemas.openxmlformats.org/officeDocument/2006/relationships/tags" Target="../tags/tag25.xml"/><Relationship Id="rId12" Type="http://schemas.openxmlformats.org/officeDocument/2006/relationships/tags" Target="../tags/tag35.xml"/><Relationship Id="rId11" Type="http://schemas.openxmlformats.org/officeDocument/2006/relationships/tags" Target="../tags/tag34.xml"/><Relationship Id="rId10" Type="http://schemas.openxmlformats.org/officeDocument/2006/relationships/tags" Target="../tags/tag33.xml"/><Relationship Id="rId1" Type="http://schemas.openxmlformats.org/officeDocument/2006/relationships/slideMaster" Target="../slideMasters/slideMaster14.xml"/></Relationships>
</file>

<file path=ppt/slideLayouts/_rels/slideLayout147.xml.rels><?xml version="1.0" encoding="UTF-8" standalone="yes"?>
<Relationships xmlns="http://schemas.openxmlformats.org/package/2006/relationships"><Relationship Id="rId9" Type="http://schemas.openxmlformats.org/officeDocument/2006/relationships/tags" Target="../tags/tag43.xml"/><Relationship Id="rId8" Type="http://schemas.openxmlformats.org/officeDocument/2006/relationships/tags" Target="../tags/tag42.xml"/><Relationship Id="rId7" Type="http://schemas.openxmlformats.org/officeDocument/2006/relationships/tags" Target="../tags/tag41.xml"/><Relationship Id="rId6" Type="http://schemas.openxmlformats.org/officeDocument/2006/relationships/tags" Target="../tags/tag40.xml"/><Relationship Id="rId5" Type="http://schemas.openxmlformats.org/officeDocument/2006/relationships/tags" Target="../tags/tag39.xml"/><Relationship Id="rId4" Type="http://schemas.openxmlformats.org/officeDocument/2006/relationships/tags" Target="../tags/tag38.xml"/><Relationship Id="rId3" Type="http://schemas.openxmlformats.org/officeDocument/2006/relationships/tags" Target="../tags/tag37.xml"/><Relationship Id="rId2" Type="http://schemas.openxmlformats.org/officeDocument/2006/relationships/tags" Target="../tags/tag36.xml"/><Relationship Id="rId11" Type="http://schemas.openxmlformats.org/officeDocument/2006/relationships/tags" Target="../tags/tag45.xml"/><Relationship Id="rId10" Type="http://schemas.openxmlformats.org/officeDocument/2006/relationships/tags" Target="../tags/tag44.xml"/><Relationship Id="rId1" Type="http://schemas.openxmlformats.org/officeDocument/2006/relationships/slideMaster" Target="../slideMasters/slideMaster14.xml"/></Relationships>
</file>

<file path=ppt/slideLayouts/_rels/slideLayout148.xml.rels><?xml version="1.0" encoding="UTF-8" standalone="yes"?>
<Relationships xmlns="http://schemas.openxmlformats.org/package/2006/relationships"><Relationship Id="rId9" Type="http://schemas.openxmlformats.org/officeDocument/2006/relationships/tags" Target="../tags/tag53.xml"/><Relationship Id="rId8" Type="http://schemas.openxmlformats.org/officeDocument/2006/relationships/tags" Target="../tags/tag52.xml"/><Relationship Id="rId7" Type="http://schemas.openxmlformats.org/officeDocument/2006/relationships/tags" Target="../tags/tag51.xml"/><Relationship Id="rId6" Type="http://schemas.openxmlformats.org/officeDocument/2006/relationships/tags" Target="../tags/tag50.xml"/><Relationship Id="rId5" Type="http://schemas.openxmlformats.org/officeDocument/2006/relationships/tags" Target="../tags/tag49.xml"/><Relationship Id="rId4" Type="http://schemas.openxmlformats.org/officeDocument/2006/relationships/tags" Target="../tags/tag48.xml"/><Relationship Id="rId3" Type="http://schemas.openxmlformats.org/officeDocument/2006/relationships/tags" Target="../tags/tag47.xml"/><Relationship Id="rId2" Type="http://schemas.openxmlformats.org/officeDocument/2006/relationships/tags" Target="../tags/tag46.xml"/><Relationship Id="rId13" Type="http://schemas.openxmlformats.org/officeDocument/2006/relationships/tags" Target="../tags/tag57.xml"/><Relationship Id="rId12" Type="http://schemas.openxmlformats.org/officeDocument/2006/relationships/tags" Target="../tags/tag56.xml"/><Relationship Id="rId11" Type="http://schemas.openxmlformats.org/officeDocument/2006/relationships/tags" Target="../tags/tag55.xml"/><Relationship Id="rId10" Type="http://schemas.openxmlformats.org/officeDocument/2006/relationships/tags" Target="../tags/tag54.xml"/><Relationship Id="rId1" Type="http://schemas.openxmlformats.org/officeDocument/2006/relationships/slideMaster" Target="../slideMasters/slideMaster14.xml"/></Relationships>
</file>

<file path=ppt/slideLayouts/_rels/slideLayout149.xml.rels><?xml version="1.0" encoding="UTF-8" standalone="yes"?>
<Relationships xmlns="http://schemas.openxmlformats.org/package/2006/relationships"><Relationship Id="rId9" Type="http://schemas.openxmlformats.org/officeDocument/2006/relationships/tags" Target="../tags/tag65.xml"/><Relationship Id="rId8" Type="http://schemas.openxmlformats.org/officeDocument/2006/relationships/tags" Target="../tags/tag64.xml"/><Relationship Id="rId7" Type="http://schemas.openxmlformats.org/officeDocument/2006/relationships/tags" Target="../tags/tag63.xml"/><Relationship Id="rId6" Type="http://schemas.openxmlformats.org/officeDocument/2006/relationships/tags" Target="../tags/tag62.xml"/><Relationship Id="rId5" Type="http://schemas.openxmlformats.org/officeDocument/2006/relationships/tags" Target="../tags/tag61.xml"/><Relationship Id="rId4" Type="http://schemas.openxmlformats.org/officeDocument/2006/relationships/tags" Target="../tags/tag60.xml"/><Relationship Id="rId3" Type="http://schemas.openxmlformats.org/officeDocument/2006/relationships/tags" Target="../tags/tag59.xml"/><Relationship Id="rId2" Type="http://schemas.openxmlformats.org/officeDocument/2006/relationships/tags" Target="../tags/tag58.xml"/><Relationship Id="rId1" Type="http://schemas.openxmlformats.org/officeDocument/2006/relationships/slideMaster" Target="../slideMasters/slideMaster14.xml"/></Relationships>
</file>

<file path=ppt/slideLayouts/_rels/slideLayout150.xml.rels><?xml version="1.0" encoding="UTF-8" standalone="yes"?>
<Relationships xmlns="http://schemas.openxmlformats.org/package/2006/relationships"><Relationship Id="rId4" Type="http://schemas.openxmlformats.org/officeDocument/2006/relationships/tags" Target="../tags/tag68.xml"/><Relationship Id="rId3" Type="http://schemas.openxmlformats.org/officeDocument/2006/relationships/tags" Target="../tags/tag67.xml"/><Relationship Id="rId2" Type="http://schemas.openxmlformats.org/officeDocument/2006/relationships/tags" Target="../tags/tag66.xml"/><Relationship Id="rId1" Type="http://schemas.openxmlformats.org/officeDocument/2006/relationships/slideMaster" Target="../slideMasters/slideMaster14.xml"/></Relationships>
</file>

<file path=ppt/slideLayouts/_rels/slideLayout151.xml.rels><?xml version="1.0" encoding="UTF-8" standalone="yes"?>
<Relationships xmlns="http://schemas.openxmlformats.org/package/2006/relationships"><Relationship Id="rId9" Type="http://schemas.openxmlformats.org/officeDocument/2006/relationships/tags" Target="../tags/tag76.xml"/><Relationship Id="rId8" Type="http://schemas.openxmlformats.org/officeDocument/2006/relationships/tags" Target="../tags/tag75.xml"/><Relationship Id="rId7" Type="http://schemas.openxmlformats.org/officeDocument/2006/relationships/tags" Target="../tags/tag74.xml"/><Relationship Id="rId6" Type="http://schemas.openxmlformats.org/officeDocument/2006/relationships/tags" Target="../tags/tag73.xml"/><Relationship Id="rId5" Type="http://schemas.openxmlformats.org/officeDocument/2006/relationships/tags" Target="../tags/tag72.xml"/><Relationship Id="rId4" Type="http://schemas.openxmlformats.org/officeDocument/2006/relationships/tags" Target="../tags/tag71.xml"/><Relationship Id="rId3" Type="http://schemas.openxmlformats.org/officeDocument/2006/relationships/tags" Target="../tags/tag70.xml"/><Relationship Id="rId2" Type="http://schemas.openxmlformats.org/officeDocument/2006/relationships/tags" Target="../tags/tag69.xml"/><Relationship Id="rId11" Type="http://schemas.openxmlformats.org/officeDocument/2006/relationships/tags" Target="../tags/tag78.xml"/><Relationship Id="rId10" Type="http://schemas.openxmlformats.org/officeDocument/2006/relationships/tags" Target="../tags/tag77.xml"/><Relationship Id="rId1" Type="http://schemas.openxmlformats.org/officeDocument/2006/relationships/slideMaster" Target="../slideMasters/slideMaster14.xml"/></Relationships>
</file>

<file path=ppt/slideLayouts/_rels/slideLayout152.xml.rels><?xml version="1.0" encoding="UTF-8" standalone="yes"?>
<Relationships xmlns="http://schemas.openxmlformats.org/package/2006/relationships"><Relationship Id="rId9" Type="http://schemas.openxmlformats.org/officeDocument/2006/relationships/tags" Target="../tags/tag86.xml"/><Relationship Id="rId8" Type="http://schemas.openxmlformats.org/officeDocument/2006/relationships/tags" Target="../tags/tag85.xml"/><Relationship Id="rId7" Type="http://schemas.openxmlformats.org/officeDocument/2006/relationships/tags" Target="../tags/tag84.xml"/><Relationship Id="rId6" Type="http://schemas.openxmlformats.org/officeDocument/2006/relationships/tags" Target="../tags/tag83.xml"/><Relationship Id="rId5" Type="http://schemas.openxmlformats.org/officeDocument/2006/relationships/tags" Target="../tags/tag82.xml"/><Relationship Id="rId4" Type="http://schemas.openxmlformats.org/officeDocument/2006/relationships/tags" Target="../tags/tag81.xml"/><Relationship Id="rId3" Type="http://schemas.openxmlformats.org/officeDocument/2006/relationships/tags" Target="../tags/tag80.xml"/><Relationship Id="rId2" Type="http://schemas.openxmlformats.org/officeDocument/2006/relationships/tags" Target="../tags/tag79.xml"/><Relationship Id="rId10" Type="http://schemas.openxmlformats.org/officeDocument/2006/relationships/tags" Target="../tags/tag87.xml"/><Relationship Id="rId1" Type="http://schemas.openxmlformats.org/officeDocument/2006/relationships/slideMaster" Target="../slideMasters/slideMaster14.xml"/></Relationships>
</file>

<file path=ppt/slideLayouts/_rels/slideLayout153.xml.rels><?xml version="1.0" encoding="UTF-8" standalone="yes"?>
<Relationships xmlns="http://schemas.openxmlformats.org/package/2006/relationships"><Relationship Id="rId9" Type="http://schemas.openxmlformats.org/officeDocument/2006/relationships/tags" Target="../tags/tag95.xml"/><Relationship Id="rId8" Type="http://schemas.openxmlformats.org/officeDocument/2006/relationships/tags" Target="../tags/tag94.xml"/><Relationship Id="rId7" Type="http://schemas.openxmlformats.org/officeDocument/2006/relationships/tags" Target="../tags/tag93.xml"/><Relationship Id="rId6" Type="http://schemas.openxmlformats.org/officeDocument/2006/relationships/tags" Target="../tags/tag92.xml"/><Relationship Id="rId5" Type="http://schemas.openxmlformats.org/officeDocument/2006/relationships/tags" Target="../tags/tag91.xml"/><Relationship Id="rId4" Type="http://schemas.openxmlformats.org/officeDocument/2006/relationships/tags" Target="../tags/tag90.xml"/><Relationship Id="rId3" Type="http://schemas.openxmlformats.org/officeDocument/2006/relationships/tags" Target="../tags/tag89.xml"/><Relationship Id="rId2" Type="http://schemas.openxmlformats.org/officeDocument/2006/relationships/tags" Target="../tags/tag88.xml"/><Relationship Id="rId1" Type="http://schemas.openxmlformats.org/officeDocument/2006/relationships/slideMaster" Target="../slideMasters/slideMaster14.xml"/></Relationships>
</file>

<file path=ppt/slideLayouts/_rels/slideLayout154.xml.rels><?xml version="1.0" encoding="UTF-8" standalone="yes"?>
<Relationships xmlns="http://schemas.openxmlformats.org/package/2006/relationships"><Relationship Id="rId9" Type="http://schemas.openxmlformats.org/officeDocument/2006/relationships/tags" Target="../tags/tag103.xml"/><Relationship Id="rId8" Type="http://schemas.openxmlformats.org/officeDocument/2006/relationships/tags" Target="../tags/tag102.xml"/><Relationship Id="rId7" Type="http://schemas.openxmlformats.org/officeDocument/2006/relationships/tags" Target="../tags/tag101.xml"/><Relationship Id="rId6" Type="http://schemas.openxmlformats.org/officeDocument/2006/relationships/tags" Target="../tags/tag100.xml"/><Relationship Id="rId5" Type="http://schemas.openxmlformats.org/officeDocument/2006/relationships/tags" Target="../tags/tag99.xml"/><Relationship Id="rId4" Type="http://schemas.openxmlformats.org/officeDocument/2006/relationships/tags" Target="../tags/tag98.xml"/><Relationship Id="rId3" Type="http://schemas.openxmlformats.org/officeDocument/2006/relationships/tags" Target="../tags/tag97.xml"/><Relationship Id="rId2" Type="http://schemas.openxmlformats.org/officeDocument/2006/relationships/tags" Target="../tags/tag96.xml"/><Relationship Id="rId10" Type="http://schemas.openxmlformats.org/officeDocument/2006/relationships/tags" Target="../tags/tag104.xml"/><Relationship Id="rId1" Type="http://schemas.openxmlformats.org/officeDocument/2006/relationships/slideMaster" Target="../slideMasters/slideMaster14.xml"/></Relationships>
</file>

<file path=ppt/slideLayouts/_rels/slideLayout155.xml.rels><?xml version="1.0" encoding="UTF-8" standalone="yes"?>
<Relationships xmlns="http://schemas.openxmlformats.org/package/2006/relationships"><Relationship Id="rId9" Type="http://schemas.openxmlformats.org/officeDocument/2006/relationships/tags" Target="../tags/tag112.xml"/><Relationship Id="rId8" Type="http://schemas.openxmlformats.org/officeDocument/2006/relationships/tags" Target="../tags/tag111.xml"/><Relationship Id="rId7" Type="http://schemas.openxmlformats.org/officeDocument/2006/relationships/tags" Target="../tags/tag110.xml"/><Relationship Id="rId6" Type="http://schemas.openxmlformats.org/officeDocument/2006/relationships/tags" Target="../tags/tag109.xml"/><Relationship Id="rId5" Type="http://schemas.openxmlformats.org/officeDocument/2006/relationships/tags" Target="../tags/tag108.xml"/><Relationship Id="rId4" Type="http://schemas.openxmlformats.org/officeDocument/2006/relationships/tags" Target="../tags/tag107.xml"/><Relationship Id="rId3" Type="http://schemas.openxmlformats.org/officeDocument/2006/relationships/tags" Target="../tags/tag106.xml"/><Relationship Id="rId2" Type="http://schemas.openxmlformats.org/officeDocument/2006/relationships/tags" Target="../tags/tag105.xml"/><Relationship Id="rId1" Type="http://schemas.openxmlformats.org/officeDocument/2006/relationships/slideMaster" Target="../slideMasters/slideMaster14.xml"/></Relationships>
</file>

<file path=ppt/slideLayouts/_rels/slideLayout156.xml.rels><?xml version="1.0" encoding="UTF-8" standalone="yes"?>
<Relationships xmlns="http://schemas.openxmlformats.org/package/2006/relationships"><Relationship Id="rId9" Type="http://schemas.openxmlformats.org/officeDocument/2006/relationships/tags" Target="../tags/tag120.xml"/><Relationship Id="rId8" Type="http://schemas.openxmlformats.org/officeDocument/2006/relationships/tags" Target="../tags/tag119.xml"/><Relationship Id="rId7" Type="http://schemas.openxmlformats.org/officeDocument/2006/relationships/tags" Target="../tags/tag118.xml"/><Relationship Id="rId6" Type="http://schemas.openxmlformats.org/officeDocument/2006/relationships/tags" Target="../tags/tag117.xml"/><Relationship Id="rId5" Type="http://schemas.openxmlformats.org/officeDocument/2006/relationships/tags" Target="../tags/tag116.xml"/><Relationship Id="rId4" Type="http://schemas.openxmlformats.org/officeDocument/2006/relationships/tags" Target="../tags/tag115.xml"/><Relationship Id="rId3" Type="http://schemas.openxmlformats.org/officeDocument/2006/relationships/tags" Target="../tags/tag114.xml"/><Relationship Id="rId2" Type="http://schemas.openxmlformats.org/officeDocument/2006/relationships/tags" Target="../tags/tag113.xml"/><Relationship Id="rId1" Type="http://schemas.openxmlformats.org/officeDocument/2006/relationships/slideMaster" Target="../slideMasters/slideMaster14.xml"/></Relationships>
</file>

<file path=ppt/slideLayouts/_rels/slideLayout157.xml.rels><?xml version="1.0" encoding="UTF-8" standalone="yes"?>
<Relationships xmlns="http://schemas.openxmlformats.org/package/2006/relationships"><Relationship Id="rId9" Type="http://schemas.openxmlformats.org/officeDocument/2006/relationships/tags" Target="../tags/tag128.xml"/><Relationship Id="rId8" Type="http://schemas.openxmlformats.org/officeDocument/2006/relationships/tags" Target="../tags/tag127.xml"/><Relationship Id="rId7" Type="http://schemas.openxmlformats.org/officeDocument/2006/relationships/tags" Target="../tags/tag126.xml"/><Relationship Id="rId6" Type="http://schemas.openxmlformats.org/officeDocument/2006/relationships/tags" Target="../tags/tag125.xml"/><Relationship Id="rId5" Type="http://schemas.openxmlformats.org/officeDocument/2006/relationships/tags" Target="../tags/tag124.xml"/><Relationship Id="rId4" Type="http://schemas.openxmlformats.org/officeDocument/2006/relationships/tags" Target="../tags/tag123.xml"/><Relationship Id="rId3" Type="http://schemas.openxmlformats.org/officeDocument/2006/relationships/tags" Target="../tags/tag122.xml"/><Relationship Id="rId2" Type="http://schemas.openxmlformats.org/officeDocument/2006/relationships/tags" Target="../tags/tag121.xml"/><Relationship Id="rId12" Type="http://schemas.openxmlformats.org/officeDocument/2006/relationships/tags" Target="../tags/tag131.xml"/><Relationship Id="rId11" Type="http://schemas.openxmlformats.org/officeDocument/2006/relationships/tags" Target="../tags/tag130.xml"/><Relationship Id="rId10" Type="http://schemas.openxmlformats.org/officeDocument/2006/relationships/tags" Target="../tags/tag129.xml"/><Relationship Id="rId1" Type="http://schemas.openxmlformats.org/officeDocument/2006/relationships/slideMaster" Target="../slideMasters/slideMaster14.xml"/></Relationships>
</file>

<file path=ppt/slideLayouts/_rels/slideLayout158.xml.rels><?xml version="1.0" encoding="UTF-8" standalone="yes"?>
<Relationships xmlns="http://schemas.openxmlformats.org/package/2006/relationships"><Relationship Id="rId9" Type="http://schemas.openxmlformats.org/officeDocument/2006/relationships/tags" Target="../tags/tag139.xml"/><Relationship Id="rId8" Type="http://schemas.openxmlformats.org/officeDocument/2006/relationships/tags" Target="../tags/tag138.xml"/><Relationship Id="rId7" Type="http://schemas.openxmlformats.org/officeDocument/2006/relationships/tags" Target="../tags/tag137.xml"/><Relationship Id="rId6" Type="http://schemas.openxmlformats.org/officeDocument/2006/relationships/tags" Target="../tags/tag136.xml"/><Relationship Id="rId5" Type="http://schemas.openxmlformats.org/officeDocument/2006/relationships/tags" Target="../tags/tag135.xml"/><Relationship Id="rId4" Type="http://schemas.openxmlformats.org/officeDocument/2006/relationships/tags" Target="../tags/tag134.xml"/><Relationship Id="rId3" Type="http://schemas.openxmlformats.org/officeDocument/2006/relationships/tags" Target="../tags/tag133.xml"/><Relationship Id="rId2" Type="http://schemas.openxmlformats.org/officeDocument/2006/relationships/tags" Target="../tags/tag132.xml"/><Relationship Id="rId12" Type="http://schemas.openxmlformats.org/officeDocument/2006/relationships/tags" Target="../tags/tag142.xml"/><Relationship Id="rId11" Type="http://schemas.openxmlformats.org/officeDocument/2006/relationships/tags" Target="../tags/tag141.xml"/><Relationship Id="rId10" Type="http://schemas.openxmlformats.org/officeDocument/2006/relationships/tags" Target="../tags/tag140.xml"/><Relationship Id="rId1" Type="http://schemas.openxmlformats.org/officeDocument/2006/relationships/slideMaster" Target="../slideMasters/slideMaster14.xml"/></Relationships>
</file>

<file path=ppt/slideLayouts/_rels/slideLayout159.xml.rels><?xml version="1.0" encoding="UTF-8" standalone="yes"?>
<Relationships xmlns="http://schemas.openxmlformats.org/package/2006/relationships"><Relationship Id="rId9" Type="http://schemas.openxmlformats.org/officeDocument/2006/relationships/tags" Target="../tags/tag150.xml"/><Relationship Id="rId8" Type="http://schemas.openxmlformats.org/officeDocument/2006/relationships/tags" Target="../tags/tag149.xml"/><Relationship Id="rId7" Type="http://schemas.openxmlformats.org/officeDocument/2006/relationships/tags" Target="../tags/tag148.xml"/><Relationship Id="rId6" Type="http://schemas.openxmlformats.org/officeDocument/2006/relationships/tags" Target="../tags/tag147.xml"/><Relationship Id="rId5" Type="http://schemas.openxmlformats.org/officeDocument/2006/relationships/tags" Target="../tags/tag146.xml"/><Relationship Id="rId4" Type="http://schemas.openxmlformats.org/officeDocument/2006/relationships/tags" Target="../tags/tag145.xml"/><Relationship Id="rId3" Type="http://schemas.openxmlformats.org/officeDocument/2006/relationships/tags" Target="../tags/tag144.xml"/><Relationship Id="rId2" Type="http://schemas.openxmlformats.org/officeDocument/2006/relationships/tags" Target="../tags/tag143.xml"/><Relationship Id="rId12" Type="http://schemas.openxmlformats.org/officeDocument/2006/relationships/tags" Target="../tags/tag153.xml"/><Relationship Id="rId11" Type="http://schemas.openxmlformats.org/officeDocument/2006/relationships/tags" Target="../tags/tag152.xml"/><Relationship Id="rId10" Type="http://schemas.openxmlformats.org/officeDocument/2006/relationships/tags" Target="../tags/tag151.xml"/><Relationship Id="rId1" Type="http://schemas.openxmlformats.org/officeDocument/2006/relationships/slideMaster" Target="../slideMasters/slideMaster14.xml"/></Relationships>
</file>

<file path=ppt/slideLayouts/_rels/slideLayout160.xml.rels><?xml version="1.0" encoding="UTF-8" standalone="yes"?>
<Relationships xmlns="http://schemas.openxmlformats.org/package/2006/relationships"><Relationship Id="rId9" Type="http://schemas.openxmlformats.org/officeDocument/2006/relationships/tags" Target="../tags/tag161.xml"/><Relationship Id="rId8" Type="http://schemas.openxmlformats.org/officeDocument/2006/relationships/tags" Target="../tags/tag160.xml"/><Relationship Id="rId7" Type="http://schemas.openxmlformats.org/officeDocument/2006/relationships/tags" Target="../tags/tag159.xml"/><Relationship Id="rId6" Type="http://schemas.openxmlformats.org/officeDocument/2006/relationships/tags" Target="../tags/tag158.xml"/><Relationship Id="rId5" Type="http://schemas.openxmlformats.org/officeDocument/2006/relationships/tags" Target="../tags/tag157.xml"/><Relationship Id="rId4" Type="http://schemas.openxmlformats.org/officeDocument/2006/relationships/tags" Target="../tags/tag156.xml"/><Relationship Id="rId3" Type="http://schemas.openxmlformats.org/officeDocument/2006/relationships/tags" Target="../tags/tag155.xml"/><Relationship Id="rId2" Type="http://schemas.openxmlformats.org/officeDocument/2006/relationships/tags" Target="../tags/tag154.xml"/><Relationship Id="rId16" Type="http://schemas.openxmlformats.org/officeDocument/2006/relationships/tags" Target="../tags/tag168.xml"/><Relationship Id="rId15" Type="http://schemas.openxmlformats.org/officeDocument/2006/relationships/tags" Target="../tags/tag167.xml"/><Relationship Id="rId14" Type="http://schemas.openxmlformats.org/officeDocument/2006/relationships/tags" Target="../tags/tag166.xml"/><Relationship Id="rId13" Type="http://schemas.openxmlformats.org/officeDocument/2006/relationships/tags" Target="../tags/tag165.xml"/><Relationship Id="rId12" Type="http://schemas.openxmlformats.org/officeDocument/2006/relationships/tags" Target="../tags/tag164.xml"/><Relationship Id="rId11" Type="http://schemas.openxmlformats.org/officeDocument/2006/relationships/tags" Target="../tags/tag163.xml"/><Relationship Id="rId10" Type="http://schemas.openxmlformats.org/officeDocument/2006/relationships/tags" Target="../tags/tag162.xml"/><Relationship Id="rId1" Type="http://schemas.openxmlformats.org/officeDocument/2006/relationships/slideMaster" Target="../slideMasters/slideMaster14.xml"/></Relationships>
</file>

<file path=ppt/slideLayouts/_rels/slideLayout161.xml.rels><?xml version="1.0" encoding="UTF-8" standalone="yes"?>
<Relationships xmlns="http://schemas.openxmlformats.org/package/2006/relationships"><Relationship Id="rId9" Type="http://schemas.openxmlformats.org/officeDocument/2006/relationships/tags" Target="../tags/tag176.xml"/><Relationship Id="rId8" Type="http://schemas.openxmlformats.org/officeDocument/2006/relationships/tags" Target="../tags/tag175.xml"/><Relationship Id="rId7" Type="http://schemas.openxmlformats.org/officeDocument/2006/relationships/tags" Target="../tags/tag174.xml"/><Relationship Id="rId6" Type="http://schemas.openxmlformats.org/officeDocument/2006/relationships/tags" Target="../tags/tag173.xml"/><Relationship Id="rId5" Type="http://schemas.openxmlformats.org/officeDocument/2006/relationships/tags" Target="../tags/tag172.xml"/><Relationship Id="rId4" Type="http://schemas.openxmlformats.org/officeDocument/2006/relationships/tags" Target="../tags/tag171.xml"/><Relationship Id="rId3" Type="http://schemas.openxmlformats.org/officeDocument/2006/relationships/tags" Target="../tags/tag170.xml"/><Relationship Id="rId2" Type="http://schemas.openxmlformats.org/officeDocument/2006/relationships/tags" Target="../tags/tag169.xml"/><Relationship Id="rId11" Type="http://schemas.openxmlformats.org/officeDocument/2006/relationships/tags" Target="../tags/tag178.xml"/><Relationship Id="rId10" Type="http://schemas.openxmlformats.org/officeDocument/2006/relationships/tags" Target="../tags/tag177.xml"/><Relationship Id="rId1" Type="http://schemas.openxmlformats.org/officeDocument/2006/relationships/slideMaster" Target="../slideMasters/slideMaster1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25"/>
            <a:ext cx="10363200" cy="1470025"/>
          </a:xfrm>
          <a:prstGeom prst="rect">
            <a:avLst/>
          </a:prstGeo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pPr fontAlgn="base"/>
            <a:r>
              <a:rPr lang="zh-CN" altLang="en-US" strike="noStrike" noProof="1" smtClean="0"/>
              <a:t>单击此处编辑母版副标题样式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613" y="4406900"/>
            <a:ext cx="103632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613" y="2906713"/>
            <a:ext cx="103632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4102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600200"/>
            <a:ext cx="54102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3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3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2838" y="1535113"/>
            <a:ext cx="5389562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2838" y="2174875"/>
            <a:ext cx="5389562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40116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7263" y="273050"/>
            <a:ext cx="6815137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0" y="1435100"/>
            <a:ext cx="40116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188" y="4800600"/>
            <a:ext cx="73152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188" y="612775"/>
            <a:ext cx="73152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3200" b="0" i="0" u="none" strike="noStrike" kern="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188" y="5367338"/>
            <a:ext cx="73152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274638"/>
            <a:ext cx="2743200" cy="5851525"/>
          </a:xfrm>
          <a:prstGeom prst="rect">
            <a:avLst/>
          </a:prstGeom>
        </p:spPr>
        <p:txBody>
          <a:bodyPr vert="eaVert"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274638"/>
            <a:ext cx="8077200" cy="5851525"/>
          </a:xfrm>
          <a:prstGeom prst="rect">
            <a:avLst/>
          </a:prstGeo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25"/>
            <a:ext cx="10363200" cy="1470025"/>
          </a:xfrm>
          <a:prstGeom prst="rect">
            <a:avLst/>
          </a:prstGeo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pPr fontAlgn="base"/>
            <a:r>
              <a:rPr lang="zh-CN" altLang="en-US" strike="noStrike" noProof="1" smtClean="0"/>
              <a:t>单击此处编辑母版副标题样式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>
              <a:buChar char="•"/>
            </a:pPr>
            <a:fld id="{9A0DB2DC-4C9A-4742-B13C-FB6460FD3503}" type="slidenum">
              <a:rPr lang="zh-CN" altLang="en-US" strike="noStrike" noProof="1" dirty="0"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>
              <a:buChar char="•"/>
            </a:pPr>
            <a:fld id="{9A0DB2DC-4C9A-4742-B13C-FB6460FD3503}" type="slidenum">
              <a:rPr lang="zh-CN" altLang="en-US" strike="noStrike" noProof="1" dirty="0"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613" y="4406900"/>
            <a:ext cx="103632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613" y="2906713"/>
            <a:ext cx="103632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>
              <a:buChar char="•"/>
            </a:pPr>
            <a:fld id="{9A0DB2DC-4C9A-4742-B13C-FB6460FD3503}" type="slidenum">
              <a:rPr lang="zh-CN" altLang="en-US" strike="noStrike" noProof="1" dirty="0"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4102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600200"/>
            <a:ext cx="54102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>
              <a:buChar char="•"/>
            </a:pPr>
            <a:fld id="{9A0DB2DC-4C9A-4742-B13C-FB6460FD3503}" type="slidenum">
              <a:rPr lang="zh-CN" altLang="en-US" strike="noStrike" noProof="1" dirty="0"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3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3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2838" y="1535113"/>
            <a:ext cx="5389562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2838" y="2174875"/>
            <a:ext cx="5389562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>
              <a:buChar char="•"/>
            </a:pPr>
            <a:fld id="{9A0DB2DC-4C9A-4742-B13C-FB6460FD3503}" type="slidenum">
              <a:rPr lang="zh-CN" altLang="en-US" strike="noStrike" noProof="1" dirty="0"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>
              <a:buChar char="•"/>
            </a:pPr>
            <a:fld id="{9A0DB2DC-4C9A-4742-B13C-FB6460FD3503}" type="slidenum">
              <a:rPr lang="zh-CN" altLang="en-US" strike="noStrike" noProof="1" dirty="0"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>
              <a:buChar char="•"/>
            </a:pPr>
            <a:fld id="{9A0DB2DC-4C9A-4742-B13C-FB6460FD3503}" type="slidenum">
              <a:rPr lang="zh-CN" altLang="en-US" strike="noStrike" noProof="1" dirty="0"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40116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7263" y="273050"/>
            <a:ext cx="6815137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0" y="1435100"/>
            <a:ext cx="40116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>
              <a:buChar char="•"/>
            </a:pPr>
            <a:fld id="{9A0DB2DC-4C9A-4742-B13C-FB6460FD3503}" type="slidenum">
              <a:rPr lang="zh-CN" altLang="en-US" strike="noStrike" noProof="1" dirty="0"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188" y="4800600"/>
            <a:ext cx="73152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188" y="612775"/>
            <a:ext cx="73152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3200" b="0" i="0" u="none" strike="noStrike" kern="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188" y="5367338"/>
            <a:ext cx="73152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>
              <a:buChar char="•"/>
            </a:pPr>
            <a:fld id="{9A0DB2DC-4C9A-4742-B13C-FB6460FD3503}" type="slidenum">
              <a:rPr lang="zh-CN" altLang="en-US" strike="noStrike" noProof="1" dirty="0"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>
              <a:buChar char="•"/>
            </a:pPr>
            <a:fld id="{9A0DB2DC-4C9A-4742-B13C-FB6460FD3503}" type="slidenum">
              <a:rPr lang="zh-CN" altLang="en-US" strike="noStrike" noProof="1" dirty="0"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274638"/>
            <a:ext cx="2743200" cy="5851525"/>
          </a:xfrm>
          <a:prstGeom prst="rect">
            <a:avLst/>
          </a:prstGeom>
        </p:spPr>
        <p:txBody>
          <a:bodyPr vert="eaVert"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274638"/>
            <a:ext cx="8077200" cy="5851525"/>
          </a:xfrm>
          <a:prstGeom prst="rect">
            <a:avLst/>
          </a:prstGeo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>
              <a:buChar char="•"/>
            </a:pPr>
            <a:fld id="{9A0DB2DC-4C9A-4742-B13C-FB6460FD3503}" type="slidenum">
              <a:rPr lang="zh-CN" altLang="en-US" strike="noStrike" noProof="1" dirty="0"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25"/>
            <a:ext cx="10363200" cy="1470025"/>
          </a:xfrm>
          <a:prstGeom prst="rect">
            <a:avLst/>
          </a:prstGeo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pPr fontAlgn="base"/>
            <a:r>
              <a:rPr lang="zh-CN" altLang="en-US" strike="noStrike" noProof="1" smtClean="0"/>
              <a:t>单击此处编辑母版副标题样式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>
              <a:buChar char="•"/>
            </a:pPr>
            <a:fld id="{9A0DB2DC-4C9A-4742-B13C-FB6460FD3503}" type="slidenum">
              <a:rPr lang="zh-CN" altLang="en-US" strike="noStrike" noProof="1" dirty="0"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>
              <a:buChar char="•"/>
            </a:pPr>
            <a:fld id="{9A0DB2DC-4C9A-4742-B13C-FB6460FD3503}" type="slidenum">
              <a:rPr lang="zh-CN" altLang="en-US" strike="noStrike" noProof="1" dirty="0"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613" y="4406900"/>
            <a:ext cx="103632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613" y="2906713"/>
            <a:ext cx="103632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>
              <a:buChar char="•"/>
            </a:pPr>
            <a:fld id="{9A0DB2DC-4C9A-4742-B13C-FB6460FD3503}" type="slidenum">
              <a:rPr lang="zh-CN" altLang="en-US" strike="noStrike" noProof="1" dirty="0"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4102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600200"/>
            <a:ext cx="54102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>
              <a:buChar char="•"/>
            </a:pPr>
            <a:fld id="{9A0DB2DC-4C9A-4742-B13C-FB6460FD3503}" type="slidenum">
              <a:rPr lang="zh-CN" altLang="en-US" strike="noStrike" noProof="1" dirty="0"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3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3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2838" y="1535113"/>
            <a:ext cx="5389562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2838" y="2174875"/>
            <a:ext cx="5389562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>
              <a:buChar char="•"/>
            </a:pPr>
            <a:fld id="{9A0DB2DC-4C9A-4742-B13C-FB6460FD3503}" type="slidenum">
              <a:rPr lang="zh-CN" altLang="en-US" strike="noStrike" noProof="1" dirty="0"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>
              <a:buChar char="•"/>
            </a:pPr>
            <a:fld id="{9A0DB2DC-4C9A-4742-B13C-FB6460FD3503}" type="slidenum">
              <a:rPr lang="zh-CN" altLang="en-US" strike="noStrike" noProof="1" dirty="0"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>
              <a:buChar char="•"/>
            </a:pPr>
            <a:fld id="{9A0DB2DC-4C9A-4742-B13C-FB6460FD3503}" type="slidenum">
              <a:rPr lang="zh-CN" altLang="en-US" strike="noStrike" noProof="1" dirty="0"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40116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7263" y="273050"/>
            <a:ext cx="6815137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0" y="1435100"/>
            <a:ext cx="40116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>
              <a:buChar char="•"/>
            </a:pPr>
            <a:fld id="{9A0DB2DC-4C9A-4742-B13C-FB6460FD3503}" type="slidenum">
              <a:rPr lang="zh-CN" altLang="en-US" strike="noStrike" noProof="1" dirty="0"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188" y="4800600"/>
            <a:ext cx="73152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188" y="612775"/>
            <a:ext cx="73152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3200" b="0" i="0" u="none" strike="noStrike" kern="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188" y="5367338"/>
            <a:ext cx="73152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>
              <a:buChar char="•"/>
            </a:pPr>
            <a:fld id="{9A0DB2DC-4C9A-4742-B13C-FB6460FD3503}" type="slidenum">
              <a:rPr lang="zh-CN" altLang="en-US" strike="noStrike" noProof="1" dirty="0"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>
              <a:buChar char="•"/>
            </a:pPr>
            <a:fld id="{9A0DB2DC-4C9A-4742-B13C-FB6460FD3503}" type="slidenum">
              <a:rPr lang="zh-CN" altLang="en-US" strike="noStrike" noProof="1" dirty="0"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274638"/>
            <a:ext cx="2743200" cy="5851525"/>
          </a:xfrm>
          <a:prstGeom prst="rect">
            <a:avLst/>
          </a:prstGeom>
        </p:spPr>
        <p:txBody>
          <a:bodyPr vert="eaVert"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274638"/>
            <a:ext cx="8077200" cy="5851525"/>
          </a:xfrm>
          <a:prstGeom prst="rect">
            <a:avLst/>
          </a:prstGeo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>
              <a:buChar char="•"/>
            </a:pPr>
            <a:fld id="{9A0DB2DC-4C9A-4742-B13C-FB6460FD3503}" type="slidenum">
              <a:rPr lang="zh-CN" altLang="en-US" strike="noStrike" noProof="1" dirty="0"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25"/>
            <a:ext cx="10363200" cy="1470025"/>
          </a:xfrm>
          <a:prstGeom prst="rect">
            <a:avLst/>
          </a:prstGeo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pPr fontAlgn="base"/>
            <a:r>
              <a:rPr lang="zh-CN" altLang="en-US" strike="noStrike" noProof="1" smtClean="0"/>
              <a:t>单击此处编辑母版副标题样式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>
              <a:buChar char="•"/>
            </a:pPr>
            <a:fld id="{9A0DB2DC-4C9A-4742-B13C-FB6460FD3503}" type="slidenum">
              <a:rPr lang="zh-CN" altLang="en-US" strike="noStrike" noProof="1" dirty="0"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>
              <a:buChar char="•"/>
            </a:pPr>
            <a:fld id="{9A0DB2DC-4C9A-4742-B13C-FB6460FD3503}" type="slidenum">
              <a:rPr lang="zh-CN" altLang="en-US" strike="noStrike" noProof="1" dirty="0"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613" y="4406900"/>
            <a:ext cx="103632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613" y="2906713"/>
            <a:ext cx="103632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>
              <a:buChar char="•"/>
            </a:pPr>
            <a:fld id="{9A0DB2DC-4C9A-4742-B13C-FB6460FD3503}" type="slidenum">
              <a:rPr lang="zh-CN" altLang="en-US" strike="noStrike" noProof="1" dirty="0"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4102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600200"/>
            <a:ext cx="54102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>
              <a:buChar char="•"/>
            </a:pPr>
            <a:fld id="{9A0DB2DC-4C9A-4742-B13C-FB6460FD3503}" type="slidenum">
              <a:rPr lang="zh-CN" altLang="en-US" strike="noStrike" noProof="1" dirty="0"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3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3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2838" y="1535113"/>
            <a:ext cx="5389562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2838" y="2174875"/>
            <a:ext cx="5389562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>
              <a:buChar char="•"/>
            </a:pPr>
            <a:fld id="{9A0DB2DC-4C9A-4742-B13C-FB6460FD3503}" type="slidenum">
              <a:rPr lang="zh-CN" altLang="en-US" strike="noStrike" noProof="1" dirty="0"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>
              <a:buChar char="•"/>
            </a:pPr>
            <a:fld id="{9A0DB2DC-4C9A-4742-B13C-FB6460FD3503}" type="slidenum">
              <a:rPr lang="zh-CN" altLang="en-US" strike="noStrike" noProof="1" dirty="0"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>
              <a:buChar char="•"/>
            </a:pPr>
            <a:fld id="{9A0DB2DC-4C9A-4742-B13C-FB6460FD3503}" type="slidenum">
              <a:rPr lang="zh-CN" altLang="en-US" strike="noStrike" noProof="1" dirty="0"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40116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7263" y="273050"/>
            <a:ext cx="6815137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0" y="1435100"/>
            <a:ext cx="40116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>
              <a:buChar char="•"/>
            </a:pPr>
            <a:fld id="{9A0DB2DC-4C9A-4742-B13C-FB6460FD3503}" type="slidenum">
              <a:rPr lang="zh-CN" altLang="en-US" strike="noStrike" noProof="1" dirty="0"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188" y="4800600"/>
            <a:ext cx="73152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188" y="612775"/>
            <a:ext cx="73152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3200" b="0" i="0" u="none" strike="noStrike" kern="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188" y="5367338"/>
            <a:ext cx="73152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>
              <a:buChar char="•"/>
            </a:pPr>
            <a:fld id="{9A0DB2DC-4C9A-4742-B13C-FB6460FD3503}" type="slidenum">
              <a:rPr lang="zh-CN" altLang="en-US" strike="noStrike" noProof="1" dirty="0"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>
              <a:buChar char="•"/>
            </a:pPr>
            <a:fld id="{9A0DB2DC-4C9A-4742-B13C-FB6460FD3503}" type="slidenum">
              <a:rPr lang="zh-CN" altLang="en-US" strike="noStrike" noProof="1" dirty="0"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274638"/>
            <a:ext cx="2743200" cy="5851525"/>
          </a:xfrm>
          <a:prstGeom prst="rect">
            <a:avLst/>
          </a:prstGeom>
        </p:spPr>
        <p:txBody>
          <a:bodyPr vert="eaVert"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274638"/>
            <a:ext cx="8077200" cy="5851525"/>
          </a:xfrm>
          <a:prstGeom prst="rect">
            <a:avLst/>
          </a:prstGeo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>
              <a:buChar char="•"/>
            </a:pPr>
            <a:fld id="{9A0DB2DC-4C9A-4742-B13C-FB6460FD3503}" type="slidenum">
              <a:rPr lang="zh-CN" altLang="en-US" strike="noStrike" noProof="1" dirty="0"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25"/>
            <a:ext cx="10363200" cy="1470025"/>
          </a:xfrm>
          <a:prstGeom prst="rect">
            <a:avLst/>
          </a:prstGeo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pPr fontAlgn="base"/>
            <a:r>
              <a:rPr lang="zh-CN" altLang="en-US" strike="noStrike" noProof="1" smtClean="0"/>
              <a:t>单击此处编辑母版副标题样式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>
              <a:buChar char="•"/>
            </a:pPr>
            <a:fld id="{9A0DB2DC-4C9A-4742-B13C-FB6460FD3503}" type="slidenum">
              <a:rPr lang="zh-CN" altLang="en-US" strike="noStrike" noProof="1" dirty="0"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>
              <a:buChar char="•"/>
            </a:pPr>
            <a:fld id="{9A0DB2DC-4C9A-4742-B13C-FB6460FD3503}" type="slidenum">
              <a:rPr lang="zh-CN" altLang="en-US" strike="noStrike" noProof="1" dirty="0"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613" y="4406900"/>
            <a:ext cx="103632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613" y="2906713"/>
            <a:ext cx="103632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>
              <a:buChar char="•"/>
            </a:pPr>
            <a:fld id="{9A0DB2DC-4C9A-4742-B13C-FB6460FD3503}" type="slidenum">
              <a:rPr lang="zh-CN" altLang="en-US" strike="noStrike" noProof="1" dirty="0"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4102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600200"/>
            <a:ext cx="54102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>
              <a:buChar char="•"/>
            </a:pPr>
            <a:fld id="{9A0DB2DC-4C9A-4742-B13C-FB6460FD3503}" type="slidenum">
              <a:rPr lang="zh-CN" altLang="en-US" strike="noStrike" noProof="1" dirty="0"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3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3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2838" y="1535113"/>
            <a:ext cx="5389562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2838" y="2174875"/>
            <a:ext cx="5389562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>
              <a:buChar char="•"/>
            </a:pPr>
            <a:fld id="{9A0DB2DC-4C9A-4742-B13C-FB6460FD3503}" type="slidenum">
              <a:rPr lang="zh-CN" altLang="en-US" strike="noStrike" noProof="1" dirty="0"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>
              <a:buChar char="•"/>
            </a:pPr>
            <a:fld id="{9A0DB2DC-4C9A-4742-B13C-FB6460FD3503}" type="slidenum">
              <a:rPr lang="zh-CN" altLang="en-US" strike="noStrike" noProof="1" dirty="0"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>
              <a:buChar char="•"/>
            </a:pPr>
            <a:fld id="{9A0DB2DC-4C9A-4742-B13C-FB6460FD3503}" type="slidenum">
              <a:rPr lang="zh-CN" altLang="en-US" strike="noStrike" noProof="1" dirty="0"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40116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7263" y="273050"/>
            <a:ext cx="6815137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0" y="1435100"/>
            <a:ext cx="40116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>
              <a:buChar char="•"/>
            </a:pPr>
            <a:fld id="{9A0DB2DC-4C9A-4742-B13C-FB6460FD3503}" type="slidenum">
              <a:rPr lang="zh-CN" altLang="en-US" strike="noStrike" noProof="1" dirty="0"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188" y="4800600"/>
            <a:ext cx="73152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188" y="612775"/>
            <a:ext cx="73152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3200" b="0" i="0" u="none" strike="noStrike" kern="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188" y="5367338"/>
            <a:ext cx="73152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>
              <a:buChar char="•"/>
            </a:pPr>
            <a:fld id="{9A0DB2DC-4C9A-4742-B13C-FB6460FD3503}" type="slidenum">
              <a:rPr lang="zh-CN" altLang="en-US" strike="noStrike" noProof="1" dirty="0"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>
              <a:buChar char="•"/>
            </a:pPr>
            <a:fld id="{9A0DB2DC-4C9A-4742-B13C-FB6460FD3503}" type="slidenum">
              <a:rPr lang="zh-CN" altLang="en-US" strike="noStrike" noProof="1" dirty="0"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274638"/>
            <a:ext cx="2743200" cy="5851525"/>
          </a:xfrm>
          <a:prstGeom prst="rect">
            <a:avLst/>
          </a:prstGeom>
        </p:spPr>
        <p:txBody>
          <a:bodyPr vert="eaVert"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274638"/>
            <a:ext cx="8077200" cy="5851525"/>
          </a:xfrm>
          <a:prstGeom prst="rect">
            <a:avLst/>
          </a:prstGeo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>
              <a:buChar char="•"/>
            </a:pPr>
            <a:fld id="{9A0DB2DC-4C9A-4742-B13C-FB6460FD3503}" type="slidenum">
              <a:rPr lang="zh-CN" altLang="en-US" strike="noStrike" noProof="1" dirty="0"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25"/>
            <a:ext cx="10363200" cy="1470025"/>
          </a:xfrm>
          <a:prstGeom prst="rect">
            <a:avLst/>
          </a:prstGeo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pPr fontAlgn="base"/>
            <a:r>
              <a:rPr lang="zh-CN" altLang="en-US" strike="noStrike" noProof="1" smtClean="0"/>
              <a:t>单击此处编辑母版副标题样式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>
              <a:buChar char="•"/>
            </a:pPr>
            <a:fld id="{9A0DB2DC-4C9A-4742-B13C-FB6460FD3503}" type="slidenum">
              <a:rPr lang="zh-CN" altLang="en-US" strike="noStrike" noProof="1" dirty="0"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>
              <a:buChar char="•"/>
            </a:pPr>
            <a:fld id="{9A0DB2DC-4C9A-4742-B13C-FB6460FD3503}" type="slidenum">
              <a:rPr lang="zh-CN" altLang="en-US" strike="noStrike" noProof="1" dirty="0"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613" y="4406900"/>
            <a:ext cx="103632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613" y="2906713"/>
            <a:ext cx="103632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>
              <a:buChar char="•"/>
            </a:pPr>
            <a:fld id="{9A0DB2DC-4C9A-4742-B13C-FB6460FD3503}" type="slidenum">
              <a:rPr lang="zh-CN" altLang="en-US" strike="noStrike" noProof="1" dirty="0"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4102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600200"/>
            <a:ext cx="54102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>
              <a:buChar char="•"/>
            </a:pPr>
            <a:fld id="{9A0DB2DC-4C9A-4742-B13C-FB6460FD3503}" type="slidenum">
              <a:rPr lang="zh-CN" altLang="en-US" strike="noStrike" noProof="1" dirty="0"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3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3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2838" y="1535113"/>
            <a:ext cx="5389562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2838" y="2174875"/>
            <a:ext cx="5389562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>
              <a:buChar char="•"/>
            </a:pPr>
            <a:fld id="{9A0DB2DC-4C9A-4742-B13C-FB6460FD3503}" type="slidenum">
              <a:rPr lang="zh-CN" altLang="en-US" strike="noStrike" noProof="1" dirty="0"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>
              <a:buChar char="•"/>
            </a:pPr>
            <a:fld id="{9A0DB2DC-4C9A-4742-B13C-FB6460FD3503}" type="slidenum">
              <a:rPr lang="zh-CN" altLang="en-US" strike="noStrike" noProof="1" dirty="0"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>
              <a:buChar char="•"/>
            </a:pPr>
            <a:fld id="{9A0DB2DC-4C9A-4742-B13C-FB6460FD3503}" type="slidenum">
              <a:rPr lang="zh-CN" altLang="en-US" strike="noStrike" noProof="1" dirty="0"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40116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7263" y="273050"/>
            <a:ext cx="6815137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0" y="1435100"/>
            <a:ext cx="40116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>
              <a:buChar char="•"/>
            </a:pPr>
            <a:fld id="{9A0DB2DC-4C9A-4742-B13C-FB6460FD3503}" type="slidenum">
              <a:rPr lang="zh-CN" altLang="en-US" strike="noStrike" noProof="1" dirty="0"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188" y="4800600"/>
            <a:ext cx="73152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188" y="612775"/>
            <a:ext cx="73152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3200" b="0" i="0" u="none" strike="noStrike" kern="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188" y="5367338"/>
            <a:ext cx="73152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>
              <a:buChar char="•"/>
            </a:pPr>
            <a:fld id="{9A0DB2DC-4C9A-4742-B13C-FB6460FD3503}" type="slidenum">
              <a:rPr lang="zh-CN" altLang="en-US" strike="noStrike" noProof="1" dirty="0"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>
              <a:buChar char="•"/>
            </a:pPr>
            <a:fld id="{9A0DB2DC-4C9A-4742-B13C-FB6460FD3503}" type="slidenum">
              <a:rPr lang="zh-CN" altLang="en-US" strike="noStrike" noProof="1" dirty="0"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274638"/>
            <a:ext cx="2743200" cy="5851525"/>
          </a:xfrm>
          <a:prstGeom prst="rect">
            <a:avLst/>
          </a:prstGeom>
        </p:spPr>
        <p:txBody>
          <a:bodyPr vert="eaVert"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274638"/>
            <a:ext cx="8077200" cy="5851525"/>
          </a:xfrm>
          <a:prstGeom prst="rect">
            <a:avLst/>
          </a:prstGeo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>
              <a:buChar char="•"/>
            </a:pPr>
            <a:fld id="{9A0DB2DC-4C9A-4742-B13C-FB6460FD3503}" type="slidenum">
              <a:rPr lang="zh-CN" altLang="en-US" strike="noStrike" noProof="1" dirty="0"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25"/>
            <a:ext cx="10363200" cy="1470025"/>
          </a:xfrm>
          <a:prstGeom prst="rect">
            <a:avLst/>
          </a:prstGeo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pPr fontAlgn="base"/>
            <a:r>
              <a:rPr lang="zh-CN" altLang="en-US" strike="noStrike" noProof="1" smtClean="0"/>
              <a:t>单击此处编辑母版副标题样式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>
              <a:buChar char="•"/>
            </a:pPr>
            <a:fld id="{9A0DB2DC-4C9A-4742-B13C-FB6460FD3503}" type="slidenum">
              <a:rPr lang="zh-CN" altLang="en-US" strike="noStrike" noProof="1" dirty="0"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>
              <a:buChar char="•"/>
            </a:pPr>
            <a:fld id="{9A0DB2DC-4C9A-4742-B13C-FB6460FD3503}" type="slidenum">
              <a:rPr lang="zh-CN" altLang="en-US" strike="noStrike" noProof="1" dirty="0"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613" y="4406900"/>
            <a:ext cx="103632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613" y="2906713"/>
            <a:ext cx="103632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>
              <a:buChar char="•"/>
            </a:pPr>
            <a:fld id="{9A0DB2DC-4C9A-4742-B13C-FB6460FD3503}" type="slidenum">
              <a:rPr lang="zh-CN" altLang="en-US" strike="noStrike" noProof="1" dirty="0"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4102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600200"/>
            <a:ext cx="54102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>
              <a:buChar char="•"/>
            </a:pPr>
            <a:fld id="{9A0DB2DC-4C9A-4742-B13C-FB6460FD3503}" type="slidenum">
              <a:rPr lang="zh-CN" altLang="en-US" strike="noStrike" noProof="1" dirty="0"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3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3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2838" y="1535113"/>
            <a:ext cx="5389562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2838" y="2174875"/>
            <a:ext cx="5389562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>
              <a:buChar char="•"/>
            </a:pPr>
            <a:fld id="{9A0DB2DC-4C9A-4742-B13C-FB6460FD3503}" type="slidenum">
              <a:rPr lang="zh-CN" altLang="en-US" strike="noStrike" noProof="1" dirty="0"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>
              <a:buChar char="•"/>
            </a:pPr>
            <a:fld id="{9A0DB2DC-4C9A-4742-B13C-FB6460FD3503}" type="slidenum">
              <a:rPr lang="zh-CN" altLang="en-US" strike="noStrike" noProof="1" dirty="0"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>
              <a:buChar char="•"/>
            </a:pPr>
            <a:fld id="{9A0DB2DC-4C9A-4742-B13C-FB6460FD3503}" type="slidenum">
              <a:rPr lang="zh-CN" altLang="en-US" strike="noStrike" noProof="1" dirty="0"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40116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7263" y="273050"/>
            <a:ext cx="6815137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0" y="1435100"/>
            <a:ext cx="40116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>
              <a:buChar char="•"/>
            </a:pPr>
            <a:fld id="{9A0DB2DC-4C9A-4742-B13C-FB6460FD3503}" type="slidenum">
              <a:rPr lang="zh-CN" altLang="en-US" strike="noStrike" noProof="1" dirty="0"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188" y="4800600"/>
            <a:ext cx="73152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188" y="612775"/>
            <a:ext cx="73152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3200" b="0" i="0" u="none" strike="noStrike" kern="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188" y="5367338"/>
            <a:ext cx="73152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>
              <a:buChar char="•"/>
            </a:pPr>
            <a:fld id="{9A0DB2DC-4C9A-4742-B13C-FB6460FD3503}" type="slidenum">
              <a:rPr lang="zh-CN" altLang="en-US" strike="noStrike" noProof="1" dirty="0"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>
              <a:buChar char="•"/>
            </a:pPr>
            <a:fld id="{9A0DB2DC-4C9A-4742-B13C-FB6460FD3503}" type="slidenum">
              <a:rPr lang="zh-CN" altLang="en-US" strike="noStrike" noProof="1" dirty="0"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274638"/>
            <a:ext cx="2743200" cy="5851525"/>
          </a:xfrm>
          <a:prstGeom prst="rect">
            <a:avLst/>
          </a:prstGeom>
        </p:spPr>
        <p:txBody>
          <a:bodyPr vert="eaVert"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274638"/>
            <a:ext cx="8077200" cy="5851525"/>
          </a:xfrm>
          <a:prstGeom prst="rect">
            <a:avLst/>
          </a:prstGeo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>
              <a:buChar char="•"/>
            </a:pPr>
            <a:fld id="{9A0DB2DC-4C9A-4742-B13C-FB6460FD3503}" type="slidenum">
              <a:rPr lang="zh-CN" altLang="en-US" strike="noStrike" noProof="1" dirty="0"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25"/>
            <a:ext cx="10363200" cy="1470025"/>
          </a:xfrm>
          <a:prstGeom prst="rect">
            <a:avLst/>
          </a:prstGeo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pPr fontAlgn="base"/>
            <a:r>
              <a:rPr lang="zh-CN" altLang="en-US" strike="noStrike" noProof="1" smtClean="0"/>
              <a:t>单击此处编辑母版副标题样式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>
              <a:buChar char="•"/>
            </a:pPr>
            <a:fld id="{9A0DB2DC-4C9A-4742-B13C-FB6460FD3503}" type="slidenum">
              <a:rPr lang="zh-CN" altLang="en-US" strike="noStrike" noProof="1" dirty="0"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>
              <a:buChar char="•"/>
            </a:pPr>
            <a:fld id="{9A0DB2DC-4C9A-4742-B13C-FB6460FD3503}" type="slidenum">
              <a:rPr lang="zh-CN" altLang="en-US" strike="noStrike" noProof="1" dirty="0"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613" y="4406900"/>
            <a:ext cx="103632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613" y="2906713"/>
            <a:ext cx="103632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>
              <a:buChar char="•"/>
            </a:pPr>
            <a:fld id="{9A0DB2DC-4C9A-4742-B13C-FB6460FD3503}" type="slidenum">
              <a:rPr lang="zh-CN" altLang="en-US" strike="noStrike" noProof="1" dirty="0"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4102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600200"/>
            <a:ext cx="54102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>
              <a:buChar char="•"/>
            </a:pPr>
            <a:fld id="{9A0DB2DC-4C9A-4742-B13C-FB6460FD3503}" type="slidenum">
              <a:rPr lang="zh-CN" altLang="en-US" strike="noStrike" noProof="1" dirty="0"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3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3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2838" y="1535113"/>
            <a:ext cx="5389562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2838" y="2174875"/>
            <a:ext cx="5389562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>
              <a:buChar char="•"/>
            </a:pPr>
            <a:fld id="{9A0DB2DC-4C9A-4742-B13C-FB6460FD3503}" type="slidenum">
              <a:rPr lang="zh-CN" altLang="en-US" strike="noStrike" noProof="1" dirty="0"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>
              <a:buChar char="•"/>
            </a:pPr>
            <a:fld id="{9A0DB2DC-4C9A-4742-B13C-FB6460FD3503}" type="slidenum">
              <a:rPr lang="zh-CN" altLang="en-US" strike="noStrike" noProof="1" dirty="0"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>
              <a:buChar char="•"/>
            </a:pPr>
            <a:fld id="{9A0DB2DC-4C9A-4742-B13C-FB6460FD3503}" type="slidenum">
              <a:rPr lang="zh-CN" altLang="en-US" strike="noStrike" noProof="1" dirty="0"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40116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7263" y="273050"/>
            <a:ext cx="6815137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0" y="1435100"/>
            <a:ext cx="40116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>
              <a:buChar char="•"/>
            </a:pPr>
            <a:fld id="{9A0DB2DC-4C9A-4742-B13C-FB6460FD3503}" type="slidenum">
              <a:rPr lang="zh-CN" altLang="en-US" strike="noStrike" noProof="1" dirty="0"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188" y="4800600"/>
            <a:ext cx="73152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188" y="612775"/>
            <a:ext cx="73152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3200" b="0" i="0" u="none" strike="noStrike" kern="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188" y="5367338"/>
            <a:ext cx="73152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>
              <a:buChar char="•"/>
            </a:pPr>
            <a:fld id="{9A0DB2DC-4C9A-4742-B13C-FB6460FD3503}" type="slidenum">
              <a:rPr lang="zh-CN" altLang="en-US" strike="noStrike" noProof="1" dirty="0"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>
              <a:buChar char="•"/>
            </a:pPr>
            <a:fld id="{9A0DB2DC-4C9A-4742-B13C-FB6460FD3503}" type="slidenum">
              <a:rPr lang="zh-CN" altLang="en-US" strike="noStrike" noProof="1" dirty="0"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274638"/>
            <a:ext cx="2743200" cy="5851525"/>
          </a:xfrm>
          <a:prstGeom prst="rect">
            <a:avLst/>
          </a:prstGeom>
        </p:spPr>
        <p:txBody>
          <a:bodyPr vert="eaVert"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274638"/>
            <a:ext cx="8077200" cy="5851525"/>
          </a:xfrm>
          <a:prstGeom prst="rect">
            <a:avLst/>
          </a:prstGeo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>
              <a:buChar char="•"/>
            </a:pPr>
            <a:fld id="{9A0DB2DC-4C9A-4742-B13C-FB6460FD3503}" type="slidenum">
              <a:rPr lang="zh-CN" altLang="en-US" strike="noStrike" noProof="1" dirty="0"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25"/>
            <a:ext cx="10363200" cy="1470025"/>
          </a:xfrm>
          <a:prstGeom prst="rect">
            <a:avLst/>
          </a:prstGeo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pPr fontAlgn="base"/>
            <a:r>
              <a:rPr lang="zh-CN" altLang="en-US" strike="noStrike" noProof="1" smtClean="0"/>
              <a:t>单击此处编辑母版副标题样式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>
              <a:buChar char="•"/>
            </a:pPr>
            <a:fld id="{9A0DB2DC-4C9A-4742-B13C-FB6460FD3503}" type="slidenum">
              <a:rPr lang="zh-CN" altLang="en-US" strike="noStrike" noProof="1" dirty="0"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>
              <a:buChar char="•"/>
            </a:pPr>
            <a:fld id="{9A0DB2DC-4C9A-4742-B13C-FB6460FD3503}" type="slidenum">
              <a:rPr lang="zh-CN" altLang="en-US" strike="noStrike" noProof="1" dirty="0"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613" y="4406900"/>
            <a:ext cx="103632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613" y="2906713"/>
            <a:ext cx="103632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>
              <a:buChar char="•"/>
            </a:pPr>
            <a:fld id="{9A0DB2DC-4C9A-4742-B13C-FB6460FD3503}" type="slidenum">
              <a:rPr lang="zh-CN" altLang="en-US" strike="noStrike" noProof="1" dirty="0"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4102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600200"/>
            <a:ext cx="54102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>
              <a:buChar char="•"/>
            </a:pPr>
            <a:fld id="{9A0DB2DC-4C9A-4742-B13C-FB6460FD3503}" type="slidenum">
              <a:rPr lang="zh-CN" altLang="en-US" strike="noStrike" noProof="1" dirty="0"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3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3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2838" y="1535113"/>
            <a:ext cx="5389562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2838" y="2174875"/>
            <a:ext cx="5389562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>
              <a:buChar char="•"/>
            </a:pPr>
            <a:fld id="{9A0DB2DC-4C9A-4742-B13C-FB6460FD3503}" type="slidenum">
              <a:rPr lang="zh-CN" altLang="en-US" strike="noStrike" noProof="1" dirty="0"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>
              <a:buChar char="•"/>
            </a:pPr>
            <a:fld id="{9A0DB2DC-4C9A-4742-B13C-FB6460FD3503}" type="slidenum">
              <a:rPr lang="zh-CN" altLang="en-US" strike="noStrike" noProof="1" dirty="0"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>
              <a:buChar char="•"/>
            </a:pPr>
            <a:fld id="{9A0DB2DC-4C9A-4742-B13C-FB6460FD3503}" type="slidenum">
              <a:rPr lang="zh-CN" altLang="en-US" strike="noStrike" noProof="1" dirty="0"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40116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7263" y="273050"/>
            <a:ext cx="6815137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0" y="1435100"/>
            <a:ext cx="40116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>
              <a:buChar char="•"/>
            </a:pPr>
            <a:fld id="{9A0DB2DC-4C9A-4742-B13C-FB6460FD3503}" type="slidenum">
              <a:rPr lang="zh-CN" altLang="en-US" strike="noStrike" noProof="1" dirty="0"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188" y="4800600"/>
            <a:ext cx="73152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188" y="612775"/>
            <a:ext cx="73152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3200" b="0" i="0" u="none" strike="noStrike" kern="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188" y="5367338"/>
            <a:ext cx="73152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>
              <a:buChar char="•"/>
            </a:pPr>
            <a:fld id="{9A0DB2DC-4C9A-4742-B13C-FB6460FD3503}" type="slidenum">
              <a:rPr lang="zh-CN" altLang="en-US" strike="noStrike" noProof="1" dirty="0"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>
              <a:buChar char="•"/>
            </a:pPr>
            <a:fld id="{9A0DB2DC-4C9A-4742-B13C-FB6460FD3503}" type="slidenum">
              <a:rPr lang="zh-CN" altLang="en-US" strike="noStrike" noProof="1" dirty="0"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274638"/>
            <a:ext cx="2743200" cy="5851525"/>
          </a:xfrm>
          <a:prstGeom prst="rect">
            <a:avLst/>
          </a:prstGeom>
        </p:spPr>
        <p:txBody>
          <a:bodyPr vert="eaVert"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274638"/>
            <a:ext cx="8077200" cy="5851525"/>
          </a:xfrm>
          <a:prstGeom prst="rect">
            <a:avLst/>
          </a:prstGeo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>
              <a:buChar char="•"/>
            </a:pPr>
            <a:fld id="{9A0DB2DC-4C9A-4742-B13C-FB6460FD3503}" type="slidenum">
              <a:rPr lang="zh-CN" altLang="en-US" strike="noStrike" noProof="1" dirty="0"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25"/>
            <a:ext cx="10363200" cy="1470025"/>
          </a:xfrm>
          <a:prstGeom prst="rect">
            <a:avLst/>
          </a:prstGeo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pPr fontAlgn="base"/>
            <a:r>
              <a:rPr lang="zh-CN" altLang="en-US" strike="noStrike" noProof="1" smtClean="0"/>
              <a:t>单击此处编辑母版副标题样式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>
              <a:buChar char="•"/>
            </a:pPr>
            <a:fld id="{9A0DB2DC-4C9A-4742-B13C-FB6460FD3503}" type="slidenum">
              <a:rPr lang="zh-CN" altLang="en-US" strike="noStrike" noProof="1" dirty="0"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>
              <a:buChar char="•"/>
            </a:pPr>
            <a:fld id="{9A0DB2DC-4C9A-4742-B13C-FB6460FD3503}" type="slidenum">
              <a:rPr lang="zh-CN" altLang="en-US" strike="noStrike" noProof="1" dirty="0"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613" y="4406900"/>
            <a:ext cx="103632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613" y="2906713"/>
            <a:ext cx="103632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>
              <a:buChar char="•"/>
            </a:pPr>
            <a:fld id="{9A0DB2DC-4C9A-4742-B13C-FB6460FD3503}" type="slidenum">
              <a:rPr lang="zh-CN" altLang="en-US" strike="noStrike" noProof="1" dirty="0"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4102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600200"/>
            <a:ext cx="54102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>
              <a:buChar char="•"/>
            </a:pPr>
            <a:fld id="{9A0DB2DC-4C9A-4742-B13C-FB6460FD3503}" type="slidenum">
              <a:rPr lang="zh-CN" altLang="en-US" strike="noStrike" noProof="1" dirty="0"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3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3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2838" y="1535113"/>
            <a:ext cx="5389562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2838" y="2174875"/>
            <a:ext cx="5389562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>
              <a:buChar char="•"/>
            </a:pPr>
            <a:fld id="{9A0DB2DC-4C9A-4742-B13C-FB6460FD3503}" type="slidenum">
              <a:rPr lang="zh-CN" altLang="en-US" strike="noStrike" noProof="1" dirty="0"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>
              <a:buChar char="•"/>
            </a:pPr>
            <a:fld id="{9A0DB2DC-4C9A-4742-B13C-FB6460FD3503}" type="slidenum">
              <a:rPr lang="zh-CN" altLang="en-US" strike="noStrike" noProof="1" dirty="0"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>
              <a:buChar char="•"/>
            </a:pPr>
            <a:fld id="{9A0DB2DC-4C9A-4742-B13C-FB6460FD3503}" type="slidenum">
              <a:rPr lang="zh-CN" altLang="en-US" strike="noStrike" noProof="1" dirty="0"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40116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7263" y="273050"/>
            <a:ext cx="6815137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0" y="1435100"/>
            <a:ext cx="40116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>
              <a:buChar char="•"/>
            </a:pPr>
            <a:fld id="{9A0DB2DC-4C9A-4742-B13C-FB6460FD3503}" type="slidenum">
              <a:rPr lang="zh-CN" altLang="en-US" strike="noStrike" noProof="1" dirty="0"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188" y="4800600"/>
            <a:ext cx="73152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188" y="612775"/>
            <a:ext cx="73152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3200" b="0" i="0" u="none" strike="noStrike" kern="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188" y="5367338"/>
            <a:ext cx="73152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>
              <a:buChar char="•"/>
            </a:pPr>
            <a:fld id="{9A0DB2DC-4C9A-4742-B13C-FB6460FD3503}" type="slidenum">
              <a:rPr lang="zh-CN" altLang="en-US" strike="noStrike" noProof="1" dirty="0"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>
              <a:buChar char="•"/>
            </a:pPr>
            <a:fld id="{9A0DB2DC-4C9A-4742-B13C-FB6460FD3503}" type="slidenum">
              <a:rPr lang="zh-CN" altLang="en-US" strike="noStrike" noProof="1" dirty="0"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274638"/>
            <a:ext cx="2743200" cy="5851525"/>
          </a:xfrm>
          <a:prstGeom prst="rect">
            <a:avLst/>
          </a:prstGeom>
        </p:spPr>
        <p:txBody>
          <a:bodyPr vert="eaVert"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274638"/>
            <a:ext cx="8077200" cy="5851525"/>
          </a:xfrm>
          <a:prstGeom prst="rect">
            <a:avLst/>
          </a:prstGeo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>
              <a:buChar char="•"/>
            </a:pPr>
            <a:fld id="{9A0DB2DC-4C9A-4742-B13C-FB6460FD3503}" type="slidenum">
              <a:rPr lang="zh-CN" altLang="en-US" strike="noStrike" noProof="1" dirty="0"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1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25"/>
            <a:ext cx="10363200" cy="1470025"/>
          </a:xfrm>
          <a:prstGeom prst="rect">
            <a:avLst/>
          </a:prstGeo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pPr fontAlgn="base"/>
            <a:r>
              <a:rPr lang="zh-CN" altLang="en-US" strike="noStrike" noProof="1" smtClean="0"/>
              <a:t>单击此处编辑母版副标题样式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>
              <a:buChar char="•"/>
            </a:pPr>
            <a:fld id="{9A0DB2DC-4C9A-4742-B13C-FB6460FD3503}" type="slidenum">
              <a:rPr lang="zh-CN" altLang="en-US" strike="noStrike" noProof="1" dirty="0"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1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>
              <a:buChar char="•"/>
            </a:pPr>
            <a:fld id="{9A0DB2DC-4C9A-4742-B13C-FB6460FD3503}" type="slidenum">
              <a:rPr lang="zh-CN" altLang="en-US" strike="noStrike" noProof="1" dirty="0"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11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613" y="4406900"/>
            <a:ext cx="103632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613" y="2906713"/>
            <a:ext cx="103632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>
              <a:buChar char="•"/>
            </a:pPr>
            <a:fld id="{9A0DB2DC-4C9A-4742-B13C-FB6460FD3503}" type="slidenum">
              <a:rPr lang="zh-CN" altLang="en-US" strike="noStrike" noProof="1" dirty="0"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11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4102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600200"/>
            <a:ext cx="54102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>
              <a:buChar char="•"/>
            </a:pPr>
            <a:fld id="{9A0DB2DC-4C9A-4742-B13C-FB6460FD3503}" type="slidenum">
              <a:rPr lang="zh-CN" altLang="en-US" strike="noStrike" noProof="1" dirty="0"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11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3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3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2838" y="1535113"/>
            <a:ext cx="5389562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2838" y="2174875"/>
            <a:ext cx="5389562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>
              <a:buChar char="•"/>
            </a:pPr>
            <a:fld id="{9A0DB2DC-4C9A-4742-B13C-FB6460FD3503}" type="slidenum">
              <a:rPr lang="zh-CN" altLang="en-US" strike="noStrike" noProof="1" dirty="0"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1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>
              <a:buChar char="•"/>
            </a:pPr>
            <a:fld id="{9A0DB2DC-4C9A-4742-B13C-FB6460FD3503}" type="slidenum">
              <a:rPr lang="zh-CN" altLang="en-US" strike="noStrike" noProof="1" dirty="0"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1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>
              <a:buChar char="•"/>
            </a:pPr>
            <a:fld id="{9A0DB2DC-4C9A-4742-B13C-FB6460FD3503}" type="slidenum">
              <a:rPr lang="zh-CN" altLang="en-US" strike="noStrike" noProof="1" dirty="0"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11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40116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7263" y="273050"/>
            <a:ext cx="6815137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0" y="1435100"/>
            <a:ext cx="40116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>
              <a:buChar char="•"/>
            </a:pPr>
            <a:fld id="{9A0DB2DC-4C9A-4742-B13C-FB6460FD3503}" type="slidenum">
              <a:rPr lang="zh-CN" altLang="en-US" strike="noStrike" noProof="1" dirty="0"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11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188" y="4800600"/>
            <a:ext cx="73152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188" y="612775"/>
            <a:ext cx="73152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3200" b="0" i="0" u="none" strike="noStrike" kern="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188" y="5367338"/>
            <a:ext cx="73152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>
              <a:buChar char="•"/>
            </a:pPr>
            <a:fld id="{9A0DB2DC-4C9A-4742-B13C-FB6460FD3503}" type="slidenum">
              <a:rPr lang="zh-CN" altLang="en-US" strike="noStrike" noProof="1" dirty="0"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12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>
              <a:buChar char="•"/>
            </a:pPr>
            <a:fld id="{9A0DB2DC-4C9A-4742-B13C-FB6460FD3503}" type="slidenum">
              <a:rPr lang="zh-CN" altLang="en-US" strike="noStrike" noProof="1" dirty="0"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1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274638"/>
            <a:ext cx="2743200" cy="5851525"/>
          </a:xfrm>
          <a:prstGeom prst="rect">
            <a:avLst/>
          </a:prstGeom>
        </p:spPr>
        <p:txBody>
          <a:bodyPr vert="eaVert"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274638"/>
            <a:ext cx="8077200" cy="5851525"/>
          </a:xfrm>
          <a:prstGeom prst="rect">
            <a:avLst/>
          </a:prstGeo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>
              <a:buChar char="•"/>
            </a:pPr>
            <a:fld id="{9A0DB2DC-4C9A-4742-B13C-FB6460FD3503}" type="slidenum">
              <a:rPr lang="zh-CN" altLang="en-US" strike="noStrike" noProof="1" dirty="0"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1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25"/>
            <a:ext cx="10363200" cy="1470025"/>
          </a:xfrm>
          <a:prstGeom prst="rect">
            <a:avLst/>
          </a:prstGeo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pPr fontAlgn="base"/>
            <a:r>
              <a:rPr lang="zh-CN" altLang="en-US" strike="noStrike" noProof="1" smtClean="0"/>
              <a:t>单击此处编辑母版副标题样式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>
              <a:buChar char="•"/>
            </a:pPr>
            <a:fld id="{9A0DB2DC-4C9A-4742-B13C-FB6460FD3503}" type="slidenum">
              <a:rPr lang="zh-CN" altLang="en-US" strike="noStrike" noProof="1" dirty="0"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12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>
              <a:buChar char="•"/>
            </a:pPr>
            <a:fld id="{9A0DB2DC-4C9A-4742-B13C-FB6460FD3503}" type="slidenum">
              <a:rPr lang="zh-CN" altLang="en-US" strike="noStrike" noProof="1" dirty="0"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12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613" y="4406900"/>
            <a:ext cx="103632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613" y="2906713"/>
            <a:ext cx="103632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>
              <a:buChar char="•"/>
            </a:pPr>
            <a:fld id="{9A0DB2DC-4C9A-4742-B13C-FB6460FD3503}" type="slidenum">
              <a:rPr lang="zh-CN" altLang="en-US" strike="noStrike" noProof="1" dirty="0"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12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4102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600200"/>
            <a:ext cx="54102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>
              <a:buChar char="•"/>
            </a:pPr>
            <a:fld id="{9A0DB2DC-4C9A-4742-B13C-FB6460FD3503}" type="slidenum">
              <a:rPr lang="zh-CN" altLang="en-US" strike="noStrike" noProof="1" dirty="0"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12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3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3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2838" y="1535113"/>
            <a:ext cx="5389562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2838" y="2174875"/>
            <a:ext cx="5389562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>
              <a:buChar char="•"/>
            </a:pPr>
            <a:fld id="{9A0DB2DC-4C9A-4742-B13C-FB6460FD3503}" type="slidenum">
              <a:rPr lang="zh-CN" altLang="en-US" strike="noStrike" noProof="1" dirty="0"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12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>
              <a:buChar char="•"/>
            </a:pPr>
            <a:fld id="{9A0DB2DC-4C9A-4742-B13C-FB6460FD3503}" type="slidenum">
              <a:rPr lang="zh-CN" altLang="en-US" strike="noStrike" noProof="1" dirty="0"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12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>
              <a:buChar char="•"/>
            </a:pPr>
            <a:fld id="{9A0DB2DC-4C9A-4742-B13C-FB6460FD3503}" type="slidenum">
              <a:rPr lang="zh-CN" altLang="en-US" strike="noStrike" noProof="1" dirty="0"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12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40116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7263" y="273050"/>
            <a:ext cx="6815137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0" y="1435100"/>
            <a:ext cx="40116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>
              <a:buChar char="•"/>
            </a:pPr>
            <a:fld id="{9A0DB2DC-4C9A-4742-B13C-FB6460FD3503}" type="slidenum">
              <a:rPr lang="zh-CN" altLang="en-US" strike="noStrike" noProof="1" dirty="0"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13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188" y="4800600"/>
            <a:ext cx="73152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188" y="612775"/>
            <a:ext cx="73152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3200" b="0" i="0" u="none" strike="noStrike" kern="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188" y="5367338"/>
            <a:ext cx="73152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>
              <a:buChar char="•"/>
            </a:pPr>
            <a:fld id="{9A0DB2DC-4C9A-4742-B13C-FB6460FD3503}" type="slidenum">
              <a:rPr lang="zh-CN" altLang="en-US" strike="noStrike" noProof="1" dirty="0"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13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>
              <a:buChar char="•"/>
            </a:pPr>
            <a:fld id="{9A0DB2DC-4C9A-4742-B13C-FB6460FD3503}" type="slidenum">
              <a:rPr lang="zh-CN" altLang="en-US" strike="noStrike" noProof="1" dirty="0"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1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274638"/>
            <a:ext cx="2743200" cy="5851525"/>
          </a:xfrm>
          <a:prstGeom prst="rect">
            <a:avLst/>
          </a:prstGeom>
        </p:spPr>
        <p:txBody>
          <a:bodyPr vert="eaVert"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274638"/>
            <a:ext cx="8077200" cy="5851525"/>
          </a:xfrm>
          <a:prstGeom prst="rect">
            <a:avLst/>
          </a:prstGeo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>
              <a:buChar char="•"/>
            </a:pPr>
            <a:fld id="{9A0DB2DC-4C9A-4742-B13C-FB6460FD3503}" type="slidenum">
              <a:rPr lang="zh-CN" altLang="en-US" strike="noStrike" noProof="1" dirty="0"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13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25"/>
            <a:ext cx="10363200" cy="1470025"/>
          </a:xfrm>
          <a:prstGeom prst="rect">
            <a:avLst/>
          </a:prstGeo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pPr fontAlgn="base"/>
            <a:r>
              <a:rPr lang="zh-CN" altLang="en-US" strike="noStrike" noProof="1" smtClean="0"/>
              <a:t>单击此处编辑母版副标题样式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>
              <a:buChar char="•"/>
            </a:pPr>
            <a:fld id="{9A0DB2DC-4C9A-4742-B13C-FB6460FD3503}" type="slidenum">
              <a:rPr lang="zh-CN" altLang="en-US" strike="noStrike" noProof="1" dirty="0"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13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>
              <a:buChar char="•"/>
            </a:pPr>
            <a:fld id="{9A0DB2DC-4C9A-4742-B13C-FB6460FD3503}" type="slidenum">
              <a:rPr lang="zh-CN" altLang="en-US" strike="noStrike" noProof="1" dirty="0"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13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613" y="4406900"/>
            <a:ext cx="103632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613" y="2906713"/>
            <a:ext cx="103632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>
              <a:buChar char="•"/>
            </a:pPr>
            <a:fld id="{9A0DB2DC-4C9A-4742-B13C-FB6460FD3503}" type="slidenum">
              <a:rPr lang="zh-CN" altLang="en-US" strike="noStrike" noProof="1" dirty="0"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13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4102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600200"/>
            <a:ext cx="54102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>
              <a:buChar char="•"/>
            </a:pPr>
            <a:fld id="{9A0DB2DC-4C9A-4742-B13C-FB6460FD3503}" type="slidenum">
              <a:rPr lang="zh-CN" altLang="en-US" strike="noStrike" noProof="1" dirty="0"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13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3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3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2838" y="1535113"/>
            <a:ext cx="5389562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2838" y="2174875"/>
            <a:ext cx="5389562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>
              <a:buChar char="•"/>
            </a:pPr>
            <a:fld id="{9A0DB2DC-4C9A-4742-B13C-FB6460FD3503}" type="slidenum">
              <a:rPr lang="zh-CN" altLang="en-US" strike="noStrike" noProof="1" dirty="0"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13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>
              <a:buChar char="•"/>
            </a:pPr>
            <a:fld id="{9A0DB2DC-4C9A-4742-B13C-FB6460FD3503}" type="slidenum">
              <a:rPr lang="zh-CN" altLang="en-US" strike="noStrike" noProof="1" dirty="0"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13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>
              <a:buChar char="•"/>
            </a:pPr>
            <a:fld id="{9A0DB2DC-4C9A-4742-B13C-FB6460FD3503}" type="slidenum">
              <a:rPr lang="zh-CN" altLang="en-US" strike="noStrike" noProof="1" dirty="0"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14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40116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7263" y="273050"/>
            <a:ext cx="6815137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0" y="1435100"/>
            <a:ext cx="40116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>
              <a:buChar char="•"/>
            </a:pPr>
            <a:fld id="{9A0DB2DC-4C9A-4742-B13C-FB6460FD3503}" type="slidenum">
              <a:rPr lang="zh-CN" altLang="en-US" strike="noStrike" noProof="1" dirty="0"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14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188" y="4800600"/>
            <a:ext cx="73152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188" y="612775"/>
            <a:ext cx="73152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3200" b="0" i="0" u="none" strike="noStrike" kern="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188" y="5367338"/>
            <a:ext cx="73152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>
              <a:buChar char="•"/>
            </a:pPr>
            <a:fld id="{9A0DB2DC-4C9A-4742-B13C-FB6460FD3503}" type="slidenum">
              <a:rPr lang="zh-CN" altLang="en-US" strike="noStrike" noProof="1" dirty="0"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14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>
              <a:buChar char="•"/>
            </a:pPr>
            <a:fld id="{9A0DB2DC-4C9A-4742-B13C-FB6460FD3503}" type="slidenum">
              <a:rPr lang="zh-CN" altLang="en-US" strike="noStrike" noProof="1" dirty="0"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14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274638"/>
            <a:ext cx="2743200" cy="5851525"/>
          </a:xfrm>
          <a:prstGeom prst="rect">
            <a:avLst/>
          </a:prstGeom>
        </p:spPr>
        <p:txBody>
          <a:bodyPr vert="eaVert"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274638"/>
            <a:ext cx="8077200" cy="5851525"/>
          </a:xfrm>
          <a:prstGeom prst="rect">
            <a:avLst/>
          </a:prstGeo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>
              <a:buChar char="•"/>
            </a:pPr>
            <a:fld id="{9A0DB2DC-4C9A-4742-B13C-FB6460FD3503}" type="slidenum">
              <a:rPr lang="zh-CN" altLang="en-US" strike="noStrike" noProof="1" dirty="0"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14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gradFill flip="none" rotWithShape="1">
          <a:gsLst>
            <a:gs pos="0">
              <a:schemeClr val="tx2"/>
            </a:gs>
            <a:gs pos="100000">
              <a:schemeClr val="bg2"/>
            </a:gs>
          </a:gsLst>
          <a:lin ang="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: 圆角 4"/>
          <p:cNvSpPr/>
          <p:nvPr>
            <p:custDataLst>
              <p:tags r:id="rId2"/>
            </p:custDataLst>
          </p:nvPr>
        </p:nvSpPr>
        <p:spPr>
          <a:xfrm>
            <a:off x="5392960" y="3624961"/>
            <a:ext cx="1406081" cy="507111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chemeClr val="bg2"/>
              </a:gs>
              <a:gs pos="100000">
                <a:schemeClr val="tx2"/>
              </a:gs>
            </a:gsLst>
            <a:lin ang="0" scaled="0"/>
            <a:tileRect/>
          </a:gradFill>
          <a:ln>
            <a:noFill/>
          </a:ln>
          <a:effectLst>
            <a:outerShdw blurRad="342900" sx="114000" sy="114000" algn="ctr" rotWithShape="0">
              <a:schemeClr val="accent1">
                <a:lumMod val="50000"/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1600" baseline="0" dirty="0">
              <a:solidFill>
                <a:schemeClr val="accent3"/>
              </a:solidFill>
              <a:latin typeface="Arial" panose="020B0604020202020204" pitchFamily="34" charset="0"/>
            </a:endParaRPr>
          </a:p>
        </p:txBody>
      </p:sp>
      <p:sp>
        <p:nvSpPr>
          <p:cNvPr id="8" name="等腰三角形 7"/>
          <p:cNvSpPr/>
          <p:nvPr>
            <p:custDataLst>
              <p:tags r:id="rId3"/>
            </p:custDataLst>
          </p:nvPr>
        </p:nvSpPr>
        <p:spPr>
          <a:xfrm flipV="1">
            <a:off x="3644900" y="1195334"/>
            <a:ext cx="4902200" cy="4226034"/>
          </a:xfrm>
          <a:prstGeom prst="triangle">
            <a:avLst/>
          </a:prstGeom>
          <a:noFill/>
          <a:ln w="508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 baseline="0">
              <a:latin typeface="Arial" panose="020B0604020202020204" pitchFamily="34" charset="0"/>
            </a:endParaRPr>
          </a:p>
        </p:txBody>
      </p:sp>
      <p:sp>
        <p:nvSpPr>
          <p:cNvPr id="9" name="等腰三角形 8"/>
          <p:cNvSpPr/>
          <p:nvPr>
            <p:custDataLst>
              <p:tags r:id="rId4"/>
            </p:custDataLst>
          </p:nvPr>
        </p:nvSpPr>
        <p:spPr>
          <a:xfrm flipV="1">
            <a:off x="3644900" y="1898279"/>
            <a:ext cx="4902200" cy="4226034"/>
          </a:xfrm>
          <a:prstGeom prst="triangle">
            <a:avLst/>
          </a:prstGeom>
          <a:noFill/>
          <a:ln w="508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 baseline="0">
              <a:latin typeface="Arial" panose="020B0604020202020204" pitchFamily="34" charset="0"/>
            </a:endParaRPr>
          </a:p>
        </p:txBody>
      </p:sp>
      <p:sp>
        <p:nvSpPr>
          <p:cNvPr id="10" name="等腰三角形 9"/>
          <p:cNvSpPr/>
          <p:nvPr>
            <p:custDataLst>
              <p:tags r:id="rId5"/>
            </p:custDataLst>
          </p:nvPr>
        </p:nvSpPr>
        <p:spPr>
          <a:xfrm rot="2315082">
            <a:off x="10343515" y="1211848"/>
            <a:ext cx="533400" cy="459828"/>
          </a:xfrm>
          <a:prstGeom prst="triangle">
            <a:avLst/>
          </a:prstGeom>
          <a:gradFill flip="none" rotWithShape="1">
            <a:gsLst>
              <a:gs pos="0">
                <a:schemeClr val="bg2"/>
              </a:gs>
              <a:gs pos="100000">
                <a:schemeClr val="tx2"/>
              </a:gs>
            </a:gsLst>
            <a:lin ang="0" scaled="0"/>
            <a:tileRect/>
          </a:gradFill>
          <a:ln>
            <a:noFill/>
          </a:ln>
          <a:effectLst>
            <a:outerShdw blurRad="342900" sx="114000" sy="114000" algn="ctr" rotWithShape="0">
              <a:schemeClr val="accent1">
                <a:lumMod val="50000"/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600" baseline="0">
              <a:solidFill>
                <a:schemeClr val="accent3"/>
              </a:solidFill>
              <a:latin typeface="Arial" panose="020B0604020202020204" pitchFamily="34" charset="0"/>
            </a:endParaRPr>
          </a:p>
        </p:txBody>
      </p:sp>
      <p:sp>
        <p:nvSpPr>
          <p:cNvPr id="11" name="等腰三角形 10"/>
          <p:cNvSpPr/>
          <p:nvPr>
            <p:custDataLst>
              <p:tags r:id="rId6"/>
            </p:custDataLst>
          </p:nvPr>
        </p:nvSpPr>
        <p:spPr>
          <a:xfrm rot="17631882" flipV="1">
            <a:off x="11435715" y="900332"/>
            <a:ext cx="533400" cy="459828"/>
          </a:xfrm>
          <a:prstGeom prst="triangle">
            <a:avLst/>
          </a:prstGeom>
          <a:gradFill flip="none" rotWithShape="1">
            <a:gsLst>
              <a:gs pos="0">
                <a:schemeClr val="bg2"/>
              </a:gs>
              <a:gs pos="100000">
                <a:schemeClr val="tx2"/>
              </a:gs>
            </a:gsLst>
            <a:lin ang="0" scaled="0"/>
            <a:tileRect/>
          </a:gradFill>
          <a:ln>
            <a:noFill/>
          </a:ln>
          <a:effectLst>
            <a:outerShdw blurRad="342900" sx="114000" sy="114000" algn="ctr" rotWithShape="0">
              <a:schemeClr val="accent1">
                <a:lumMod val="50000"/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600" baseline="0">
              <a:solidFill>
                <a:schemeClr val="accent3"/>
              </a:solidFill>
              <a:latin typeface="Arial" panose="020B0604020202020204" pitchFamily="34" charset="0"/>
            </a:endParaRPr>
          </a:p>
        </p:txBody>
      </p:sp>
      <p:sp>
        <p:nvSpPr>
          <p:cNvPr id="12" name="等腰三角形 11"/>
          <p:cNvSpPr/>
          <p:nvPr>
            <p:custDataLst>
              <p:tags r:id="rId7"/>
            </p:custDataLst>
          </p:nvPr>
        </p:nvSpPr>
        <p:spPr>
          <a:xfrm flipV="1">
            <a:off x="10091266" y="2199225"/>
            <a:ext cx="322734" cy="278218"/>
          </a:xfrm>
          <a:prstGeom prst="triangle">
            <a:avLst/>
          </a:prstGeom>
          <a:gradFill flip="none" rotWithShape="1">
            <a:gsLst>
              <a:gs pos="0">
                <a:schemeClr val="bg2"/>
              </a:gs>
              <a:gs pos="100000">
                <a:schemeClr val="tx2"/>
              </a:gs>
            </a:gsLst>
            <a:lin ang="0" scaled="0"/>
            <a:tileRect/>
          </a:gradFill>
          <a:ln>
            <a:noFill/>
          </a:ln>
          <a:effectLst>
            <a:outerShdw blurRad="342900" sx="114000" sy="114000" algn="ctr" rotWithShape="0">
              <a:schemeClr val="accent1">
                <a:lumMod val="50000"/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600" baseline="0">
              <a:solidFill>
                <a:schemeClr val="accent3"/>
              </a:solidFill>
              <a:latin typeface="Arial" panose="020B0604020202020204" pitchFamily="34" charset="0"/>
            </a:endParaRPr>
          </a:p>
        </p:txBody>
      </p:sp>
      <p:sp>
        <p:nvSpPr>
          <p:cNvPr id="13" name="等腰三角形 12"/>
          <p:cNvSpPr/>
          <p:nvPr>
            <p:custDataLst>
              <p:tags r:id="rId8"/>
            </p:custDataLst>
          </p:nvPr>
        </p:nvSpPr>
        <p:spPr>
          <a:xfrm rot="2315082">
            <a:off x="2841068" y="4091262"/>
            <a:ext cx="533400" cy="459828"/>
          </a:xfrm>
          <a:prstGeom prst="triangle">
            <a:avLst/>
          </a:prstGeom>
          <a:gradFill flip="none" rotWithShape="1">
            <a:gsLst>
              <a:gs pos="0">
                <a:schemeClr val="bg2"/>
              </a:gs>
              <a:gs pos="100000">
                <a:schemeClr val="tx2"/>
              </a:gs>
            </a:gsLst>
            <a:lin ang="0" scaled="0"/>
            <a:tileRect/>
          </a:gradFill>
          <a:ln>
            <a:noFill/>
          </a:ln>
          <a:effectLst>
            <a:outerShdw blurRad="342900" sx="114000" sy="114000" algn="ctr" rotWithShape="0">
              <a:schemeClr val="accent1">
                <a:lumMod val="50000"/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600" baseline="0">
              <a:solidFill>
                <a:schemeClr val="accent3"/>
              </a:solidFill>
              <a:latin typeface="Arial" panose="020B0604020202020204" pitchFamily="34" charset="0"/>
            </a:endParaRPr>
          </a:p>
        </p:txBody>
      </p:sp>
      <p:sp>
        <p:nvSpPr>
          <p:cNvPr id="14" name="等腰三角形 13"/>
          <p:cNvSpPr/>
          <p:nvPr>
            <p:custDataLst>
              <p:tags r:id="rId9"/>
            </p:custDataLst>
          </p:nvPr>
        </p:nvSpPr>
        <p:spPr>
          <a:xfrm rot="2644620">
            <a:off x="624917" y="4983437"/>
            <a:ext cx="533400" cy="459828"/>
          </a:xfrm>
          <a:prstGeom prst="triangle">
            <a:avLst/>
          </a:prstGeom>
          <a:gradFill flip="none" rotWithShape="1">
            <a:gsLst>
              <a:gs pos="0">
                <a:schemeClr val="bg2"/>
              </a:gs>
              <a:gs pos="100000">
                <a:schemeClr val="tx2"/>
              </a:gs>
            </a:gsLst>
            <a:lin ang="0" scaled="0"/>
            <a:tileRect/>
          </a:gradFill>
          <a:ln>
            <a:noFill/>
          </a:ln>
          <a:effectLst>
            <a:outerShdw blurRad="342900" sx="114000" sy="114000" algn="ctr" rotWithShape="0">
              <a:schemeClr val="accent1">
                <a:lumMod val="50000"/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600" baseline="0">
              <a:solidFill>
                <a:schemeClr val="accent3"/>
              </a:solidFill>
              <a:latin typeface="Arial" panose="020B0604020202020204" pitchFamily="34" charset="0"/>
            </a:endParaRPr>
          </a:p>
        </p:txBody>
      </p:sp>
      <p:sp>
        <p:nvSpPr>
          <p:cNvPr id="15" name="等腰三角形 14"/>
          <p:cNvSpPr/>
          <p:nvPr>
            <p:custDataLst>
              <p:tags r:id="rId10"/>
            </p:custDataLst>
          </p:nvPr>
        </p:nvSpPr>
        <p:spPr>
          <a:xfrm rot="19428006" flipV="1">
            <a:off x="1688015" y="5074067"/>
            <a:ext cx="322734" cy="278218"/>
          </a:xfrm>
          <a:prstGeom prst="triangle">
            <a:avLst/>
          </a:prstGeom>
          <a:gradFill flip="none" rotWithShape="1">
            <a:gsLst>
              <a:gs pos="0">
                <a:schemeClr val="bg2"/>
              </a:gs>
              <a:gs pos="100000">
                <a:schemeClr val="tx2"/>
              </a:gs>
            </a:gsLst>
            <a:lin ang="0" scaled="0"/>
            <a:tileRect/>
          </a:gradFill>
          <a:ln>
            <a:noFill/>
          </a:ln>
          <a:effectLst>
            <a:outerShdw blurRad="342900" sx="114000" sy="114000" algn="ctr" rotWithShape="0">
              <a:schemeClr val="accent1">
                <a:lumMod val="50000"/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600" baseline="0">
              <a:solidFill>
                <a:schemeClr val="accent3"/>
              </a:solidFill>
              <a:latin typeface="Arial" panose="020B0604020202020204" pitchFamily="34" charset="0"/>
            </a:endParaRPr>
          </a:p>
        </p:txBody>
      </p:sp>
      <p:sp>
        <p:nvSpPr>
          <p:cNvPr id="19" name="等腰三角形 18"/>
          <p:cNvSpPr/>
          <p:nvPr>
            <p:custDataLst>
              <p:tags r:id="rId11"/>
            </p:custDataLst>
          </p:nvPr>
        </p:nvSpPr>
        <p:spPr>
          <a:xfrm rot="17425212" flipV="1">
            <a:off x="1927397" y="4328667"/>
            <a:ext cx="322734" cy="278218"/>
          </a:xfrm>
          <a:prstGeom prst="triangle">
            <a:avLst/>
          </a:prstGeom>
          <a:gradFill flip="none" rotWithShape="1">
            <a:gsLst>
              <a:gs pos="0">
                <a:schemeClr val="bg2"/>
              </a:gs>
              <a:gs pos="100000">
                <a:schemeClr val="tx2"/>
              </a:gs>
            </a:gsLst>
            <a:lin ang="0" scaled="0"/>
            <a:tileRect/>
          </a:gradFill>
          <a:ln>
            <a:noFill/>
          </a:ln>
          <a:effectLst>
            <a:outerShdw blurRad="342900" sx="114000" sy="114000" algn="ctr" rotWithShape="0">
              <a:schemeClr val="accent1">
                <a:lumMod val="50000"/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600" baseline="0">
              <a:solidFill>
                <a:schemeClr val="accent3"/>
              </a:solidFill>
              <a:latin typeface="Arial" panose="020B0604020202020204" pitchFamily="34" charset="0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12"/>
            </p:custDataLst>
          </p:nvPr>
        </p:nvSpPr>
        <p:spPr>
          <a:xfrm>
            <a:off x="2019277" y="2013337"/>
            <a:ext cx="8153446" cy="1474112"/>
          </a:xfrm>
        </p:spPr>
        <p:txBody>
          <a:bodyPr lIns="90000" tIns="46800" rIns="90000" bIns="46800" anchor="ctr" anchorCtr="0">
            <a:normAutofit/>
          </a:bodyPr>
          <a:lstStyle>
            <a:lvl1pPr algn="ctr">
              <a:defRPr sz="6600" spc="6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汉仪旗黑-85S" panose="00020600040101010101" pitchFamily="18" charset="-122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13"/>
            </p:custDataLst>
          </p:nvPr>
        </p:nvSpPr>
        <p:spPr>
          <a:xfrm>
            <a:off x="5289442" y="3624961"/>
            <a:ext cx="1589823" cy="507111"/>
          </a:xfrm>
        </p:spPr>
        <p:txBody>
          <a:bodyPr lIns="90000" tIns="46800" rIns="90000" bIns="46800" anchor="ctr">
            <a:normAutofit/>
          </a:bodyPr>
          <a:lstStyle>
            <a:lvl1pPr marL="0" indent="0" algn="ctr" eaLnBrk="1" fontAlgn="auto" latinLnBrk="0" hangingPunct="1">
              <a:lnSpc>
                <a:spcPct val="100000"/>
              </a:lnSpc>
              <a:buNone/>
              <a:defRPr sz="1800" u="none" strike="noStrike" kern="1200" cap="none" spc="20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副标题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14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15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</a:defRPr>
            </a:lvl1pPr>
          </a:lstStyle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16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4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gradFill>
          <a:gsLst>
            <a:gs pos="0">
              <a:schemeClr val="tx2"/>
            </a:gs>
            <a:gs pos="100000">
              <a:schemeClr val="bg2"/>
            </a:gs>
          </a:gsLst>
          <a:lin ang="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组合 14"/>
          <p:cNvGrpSpPr/>
          <p:nvPr userDrawn="1">
            <p:custDataLst>
              <p:tags r:id="rId2"/>
            </p:custDataLst>
          </p:nvPr>
        </p:nvGrpSpPr>
        <p:grpSpPr>
          <a:xfrm>
            <a:off x="261175" y="305272"/>
            <a:ext cx="11651124" cy="6176188"/>
            <a:chOff x="261175" y="305272"/>
            <a:chExt cx="11651124" cy="6176188"/>
          </a:xfrm>
        </p:grpSpPr>
        <p:sp>
          <p:nvSpPr>
            <p:cNvPr id="8" name="等腰三角形 7"/>
            <p:cNvSpPr/>
            <p:nvPr userDrawn="1">
              <p:custDataLst>
                <p:tags r:id="rId3"/>
              </p:custDataLst>
            </p:nvPr>
          </p:nvSpPr>
          <p:spPr>
            <a:xfrm rot="2315082">
              <a:off x="261175" y="6021632"/>
              <a:ext cx="533400" cy="459828"/>
            </a:xfrm>
            <a:prstGeom prst="triangle">
              <a:avLst/>
            </a:prstGeom>
            <a:gradFill flip="none" rotWithShape="1">
              <a:gsLst>
                <a:gs pos="0">
                  <a:schemeClr val="bg2"/>
                </a:gs>
                <a:gs pos="100000">
                  <a:schemeClr val="tx2"/>
                </a:gs>
              </a:gsLst>
              <a:lin ang="0" scaled="0"/>
              <a:tileRect/>
            </a:gradFill>
            <a:ln>
              <a:noFill/>
            </a:ln>
            <a:effectLst>
              <a:outerShdw blurRad="342900" sx="114000" sy="114000" algn="ctr" rotWithShape="0">
                <a:schemeClr val="accent1">
                  <a:lumMod val="50000"/>
                  <a:alpha val="2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zh-CN" altLang="en-US" sz="1600" baseline="0">
                <a:solidFill>
                  <a:schemeClr val="accent3"/>
                </a:solidFill>
                <a:latin typeface="Arial" panose="020B0604020202020204" pitchFamily="34" charset="0"/>
              </a:endParaRPr>
            </a:p>
          </p:txBody>
        </p:sp>
        <p:grpSp>
          <p:nvGrpSpPr>
            <p:cNvPr id="14" name="组合 13"/>
            <p:cNvGrpSpPr/>
            <p:nvPr userDrawn="1"/>
          </p:nvGrpSpPr>
          <p:grpSpPr>
            <a:xfrm rot="1322092">
              <a:off x="11131937" y="305272"/>
              <a:ext cx="780362" cy="670898"/>
              <a:chOff x="11170458" y="527508"/>
              <a:chExt cx="780362" cy="670898"/>
            </a:xfrm>
          </p:grpSpPr>
          <p:sp>
            <p:nvSpPr>
              <p:cNvPr id="9" name="等腰三角形 8"/>
              <p:cNvSpPr/>
              <p:nvPr userDrawn="1">
                <p:custDataLst>
                  <p:tags r:id="rId4"/>
                </p:custDataLst>
              </p:nvPr>
            </p:nvSpPr>
            <p:spPr>
              <a:xfrm rot="693652" flipV="1">
                <a:off x="11170458" y="920188"/>
                <a:ext cx="322734" cy="278218"/>
              </a:xfrm>
              <a:prstGeom prst="triangle">
                <a:avLst/>
              </a:prstGeom>
              <a:gradFill flip="none" rotWithShape="1">
                <a:gsLst>
                  <a:gs pos="0">
                    <a:schemeClr val="bg2"/>
                  </a:gs>
                  <a:gs pos="100000">
                    <a:schemeClr val="tx2"/>
                  </a:gs>
                </a:gsLst>
                <a:lin ang="0" scaled="0"/>
                <a:tileRect/>
              </a:gradFill>
              <a:ln>
                <a:noFill/>
              </a:ln>
              <a:effectLst>
                <a:outerShdw blurRad="342900" sx="114000" sy="114000" algn="ctr" rotWithShape="0">
                  <a:schemeClr val="accent1">
                    <a:lumMod val="50000"/>
                    <a:alpha val="2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lvl="0" algn="ctr"/>
                <a:endParaRPr lang="zh-CN" altLang="en-US" sz="1600" baseline="0">
                  <a:solidFill>
                    <a:schemeClr val="accent3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13" name="等腰三角形 12"/>
              <p:cNvSpPr/>
              <p:nvPr userDrawn="1">
                <p:custDataLst>
                  <p:tags r:id="rId5"/>
                </p:custDataLst>
              </p:nvPr>
            </p:nvSpPr>
            <p:spPr>
              <a:xfrm rot="18492899" flipV="1">
                <a:off x="11650344" y="549766"/>
                <a:ext cx="322734" cy="278218"/>
              </a:xfrm>
              <a:prstGeom prst="triangle">
                <a:avLst/>
              </a:prstGeom>
              <a:gradFill flip="none" rotWithShape="1">
                <a:gsLst>
                  <a:gs pos="0">
                    <a:schemeClr val="bg2"/>
                  </a:gs>
                  <a:gs pos="100000">
                    <a:schemeClr val="tx2"/>
                  </a:gs>
                </a:gsLst>
                <a:lin ang="0" scaled="0"/>
                <a:tileRect/>
              </a:gradFill>
              <a:ln>
                <a:noFill/>
              </a:ln>
              <a:effectLst>
                <a:outerShdw blurRad="342900" sx="114000" sy="114000" algn="ctr" rotWithShape="0">
                  <a:schemeClr val="accent1">
                    <a:lumMod val="50000"/>
                    <a:alpha val="2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lvl="0" algn="ctr"/>
                <a:endParaRPr lang="zh-CN" altLang="en-US" sz="1600" baseline="0">
                  <a:solidFill>
                    <a:schemeClr val="accent3"/>
                  </a:solidFill>
                  <a:latin typeface="Arial" panose="020B0604020202020204" pitchFamily="34" charset="0"/>
                </a:endParaRPr>
              </a:p>
            </p:txBody>
          </p:sp>
        </p:grpSp>
      </p:grpSp>
      <p:sp>
        <p:nvSpPr>
          <p:cNvPr id="2" name="标题 1"/>
          <p:cNvSpPr>
            <a:spLocks noGrp="1"/>
          </p:cNvSpPr>
          <p:nvPr userDrawn="1">
            <p:ph type="title"/>
            <p:custDataLst>
              <p:tags r:id="rId6"/>
            </p:custDataLst>
          </p:nvPr>
        </p:nvSpPr>
        <p:spPr>
          <a:xfrm>
            <a:off x="669882" y="443234"/>
            <a:ext cx="10852237" cy="441964"/>
          </a:xfrm>
        </p:spPr>
        <p:txBody>
          <a:bodyPr vert="horz" lIns="101600" tIns="38100" rIns="76200" bIns="38100" rtlCol="0" anchor="t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 userDrawn="1">
            <p:ph idx="1"/>
            <p:custDataLst>
              <p:tags r:id="rId7"/>
            </p:custDataLst>
          </p:nvPr>
        </p:nvSpPr>
        <p:spPr>
          <a:xfrm>
            <a:off x="669882" y="952508"/>
            <a:ext cx="10852237" cy="5388907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 userDrawn="1">
            <p:ph type="dt" sz="half" idx="10"/>
            <p:custDataLst>
              <p:tags r:id="rId8"/>
            </p:custDataLst>
          </p:nvPr>
        </p:nvSpPr>
        <p:spPr/>
        <p:txBody>
          <a:bodyPr/>
          <a:lstStyle>
            <a:lvl1pPr>
              <a:lnSpc>
                <a:spcPct val="120000"/>
              </a:lnSpc>
              <a:defRPr baseline="0"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 userDrawn="1">
            <p:ph type="ftr" sz="quarter" idx="11"/>
            <p:custDataLst>
              <p:tags r:id="rId9"/>
            </p:custDataLst>
          </p:nvPr>
        </p:nvSpPr>
        <p:spPr/>
        <p:txBody>
          <a:bodyPr/>
          <a:lstStyle>
            <a:lvl1pPr>
              <a:lnSpc>
                <a:spcPct val="120000"/>
              </a:lnSpc>
              <a:defRPr baseline="0"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 userDrawn="1">
            <p:ph type="sldNum" sz="quarter" idx="12"/>
            <p:custDataLst>
              <p:tags r:id="rId10"/>
            </p:custDataLst>
          </p:nvPr>
        </p:nvSpPr>
        <p:spPr/>
        <p:txBody>
          <a:bodyPr/>
          <a:lstStyle>
            <a:lvl1pPr>
              <a:lnSpc>
                <a:spcPct val="120000"/>
              </a:lnSpc>
              <a:defRPr baseline="0"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节标题">
    <p:bg>
      <p:bgPr>
        <a:gradFill>
          <a:gsLst>
            <a:gs pos="0">
              <a:schemeClr val="tx2"/>
            </a:gs>
            <a:gs pos="100000">
              <a:schemeClr val="bg2"/>
            </a:gs>
          </a:gsLst>
          <a:lin ang="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组合 10"/>
          <p:cNvGrpSpPr/>
          <p:nvPr userDrawn="1">
            <p:custDataLst>
              <p:tags r:id="rId2"/>
            </p:custDataLst>
          </p:nvPr>
        </p:nvGrpSpPr>
        <p:grpSpPr>
          <a:xfrm>
            <a:off x="261175" y="305272"/>
            <a:ext cx="11651124" cy="6176188"/>
            <a:chOff x="261175" y="305272"/>
            <a:chExt cx="11651124" cy="6176188"/>
          </a:xfrm>
        </p:grpSpPr>
        <p:sp>
          <p:nvSpPr>
            <p:cNvPr id="12" name="等腰三角形 11"/>
            <p:cNvSpPr/>
            <p:nvPr userDrawn="1">
              <p:custDataLst>
                <p:tags r:id="rId3"/>
              </p:custDataLst>
            </p:nvPr>
          </p:nvSpPr>
          <p:spPr>
            <a:xfrm rot="2315082">
              <a:off x="261175" y="6021632"/>
              <a:ext cx="533400" cy="459828"/>
            </a:xfrm>
            <a:prstGeom prst="triangle">
              <a:avLst/>
            </a:prstGeom>
            <a:gradFill flip="none" rotWithShape="1">
              <a:gsLst>
                <a:gs pos="0">
                  <a:schemeClr val="bg2"/>
                </a:gs>
                <a:gs pos="100000">
                  <a:schemeClr val="tx2"/>
                </a:gs>
              </a:gsLst>
              <a:lin ang="0" scaled="0"/>
              <a:tileRect/>
            </a:gradFill>
            <a:ln>
              <a:noFill/>
            </a:ln>
            <a:effectLst>
              <a:outerShdw blurRad="342900" sx="114000" sy="114000" algn="ctr" rotWithShape="0">
                <a:schemeClr val="accent1">
                  <a:lumMod val="50000"/>
                  <a:alpha val="2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zh-CN" altLang="en-US" sz="1600" baseline="0">
                <a:solidFill>
                  <a:schemeClr val="accent3"/>
                </a:solidFill>
                <a:latin typeface="Arial" panose="020B0604020202020204" pitchFamily="34" charset="0"/>
              </a:endParaRPr>
            </a:p>
          </p:txBody>
        </p:sp>
        <p:grpSp>
          <p:nvGrpSpPr>
            <p:cNvPr id="13" name="组合 12"/>
            <p:cNvGrpSpPr/>
            <p:nvPr userDrawn="1"/>
          </p:nvGrpSpPr>
          <p:grpSpPr>
            <a:xfrm rot="1322092">
              <a:off x="11131937" y="305272"/>
              <a:ext cx="780362" cy="670898"/>
              <a:chOff x="11170458" y="527508"/>
              <a:chExt cx="780362" cy="670898"/>
            </a:xfrm>
          </p:grpSpPr>
          <p:sp>
            <p:nvSpPr>
              <p:cNvPr id="14" name="等腰三角形 13"/>
              <p:cNvSpPr/>
              <p:nvPr userDrawn="1">
                <p:custDataLst>
                  <p:tags r:id="rId4"/>
                </p:custDataLst>
              </p:nvPr>
            </p:nvSpPr>
            <p:spPr>
              <a:xfrm rot="693652" flipV="1">
                <a:off x="11170458" y="920188"/>
                <a:ext cx="322734" cy="278218"/>
              </a:xfrm>
              <a:prstGeom prst="triangle">
                <a:avLst/>
              </a:prstGeom>
              <a:gradFill flip="none" rotWithShape="1">
                <a:gsLst>
                  <a:gs pos="0">
                    <a:schemeClr val="bg2"/>
                  </a:gs>
                  <a:gs pos="100000">
                    <a:schemeClr val="tx2"/>
                  </a:gs>
                </a:gsLst>
                <a:lin ang="0" scaled="0"/>
                <a:tileRect/>
              </a:gradFill>
              <a:ln>
                <a:noFill/>
              </a:ln>
              <a:effectLst>
                <a:outerShdw blurRad="342900" sx="114000" sy="114000" algn="ctr" rotWithShape="0">
                  <a:schemeClr val="accent1">
                    <a:lumMod val="50000"/>
                    <a:alpha val="2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lvl="0" algn="ctr"/>
                <a:endParaRPr lang="zh-CN" altLang="en-US" sz="1600" baseline="0">
                  <a:solidFill>
                    <a:schemeClr val="accent3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15" name="等腰三角形 14"/>
              <p:cNvSpPr/>
              <p:nvPr userDrawn="1">
                <p:custDataLst>
                  <p:tags r:id="rId5"/>
                </p:custDataLst>
              </p:nvPr>
            </p:nvSpPr>
            <p:spPr>
              <a:xfrm rot="18492899" flipV="1">
                <a:off x="11650344" y="549766"/>
                <a:ext cx="322734" cy="278218"/>
              </a:xfrm>
              <a:prstGeom prst="triangle">
                <a:avLst/>
              </a:prstGeom>
              <a:gradFill flip="none" rotWithShape="1">
                <a:gsLst>
                  <a:gs pos="0">
                    <a:schemeClr val="bg2"/>
                  </a:gs>
                  <a:gs pos="100000">
                    <a:schemeClr val="tx2"/>
                  </a:gs>
                </a:gsLst>
                <a:lin ang="0" scaled="0"/>
                <a:tileRect/>
              </a:gradFill>
              <a:ln>
                <a:noFill/>
              </a:ln>
              <a:effectLst>
                <a:outerShdw blurRad="342900" sx="114000" sy="114000" algn="ctr" rotWithShape="0">
                  <a:schemeClr val="accent1">
                    <a:lumMod val="50000"/>
                    <a:alpha val="2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lvl="0" algn="ctr"/>
                <a:endParaRPr lang="zh-CN" altLang="en-US" sz="1600" baseline="0">
                  <a:solidFill>
                    <a:schemeClr val="accent3"/>
                  </a:solidFill>
                  <a:latin typeface="Arial" panose="020B0604020202020204" pitchFamily="34" charset="0"/>
                </a:endParaRPr>
              </a:p>
            </p:txBody>
          </p:sp>
        </p:grpSp>
      </p:grpSp>
      <p:sp>
        <p:nvSpPr>
          <p:cNvPr id="7" name="矩形 6"/>
          <p:cNvSpPr/>
          <p:nvPr>
            <p:custDataLst>
              <p:tags r:id="rId6"/>
            </p:custDataLst>
          </p:nvPr>
        </p:nvSpPr>
        <p:spPr>
          <a:xfrm>
            <a:off x="2311672" y="1854199"/>
            <a:ext cx="7568657" cy="2819400"/>
          </a:xfrm>
          <a:prstGeom prst="rect">
            <a:avLst/>
          </a:prstGeom>
          <a:noFill/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 baseline="0" dirty="0">
              <a:latin typeface="Arial" panose="020B0604020202020204" pitchFamily="34" charset="0"/>
            </a:endParaRPr>
          </a:p>
        </p:txBody>
      </p:sp>
      <p:sp>
        <p:nvSpPr>
          <p:cNvPr id="10" name="矩形: 圆角 4"/>
          <p:cNvSpPr/>
          <p:nvPr userDrawn="1">
            <p:custDataLst>
              <p:tags r:id="rId7"/>
            </p:custDataLst>
          </p:nvPr>
        </p:nvSpPr>
        <p:spPr>
          <a:xfrm>
            <a:off x="5392960" y="1600644"/>
            <a:ext cx="1406081" cy="507111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chemeClr val="bg2"/>
              </a:gs>
              <a:gs pos="100000">
                <a:schemeClr val="tx2"/>
              </a:gs>
            </a:gsLst>
            <a:lin ang="0" scaled="0"/>
            <a:tileRect/>
          </a:gradFill>
          <a:ln>
            <a:noFill/>
          </a:ln>
          <a:effectLst>
            <a:outerShdw blurRad="342900" sx="114000" sy="114000" algn="ctr" rotWithShape="0">
              <a:schemeClr val="accent1">
                <a:lumMod val="50000"/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1600" baseline="0" dirty="0">
              <a:solidFill>
                <a:schemeClr val="accent3"/>
              </a:solidFill>
              <a:latin typeface="Arial" panose="020B0604020202020204" pitchFamily="34" charset="0"/>
            </a:endParaRPr>
          </a:p>
        </p:txBody>
      </p:sp>
      <p:cxnSp>
        <p:nvCxnSpPr>
          <p:cNvPr id="9" name="直接连接符 8"/>
          <p:cNvCxnSpPr/>
          <p:nvPr>
            <p:custDataLst>
              <p:tags r:id="rId8"/>
            </p:custDataLst>
          </p:nvPr>
        </p:nvCxnSpPr>
        <p:spPr>
          <a:xfrm>
            <a:off x="5759450" y="3365500"/>
            <a:ext cx="673100" cy="0"/>
          </a:xfrm>
          <a:prstGeom prst="line">
            <a:avLst/>
          </a:prstGeom>
          <a:ln w="571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9"/>
            </p:custDataLst>
          </p:nvPr>
        </p:nvSpPr>
        <p:spPr>
          <a:xfrm>
            <a:off x="3198091" y="3492500"/>
            <a:ext cx="5795818" cy="800102"/>
          </a:xfrm>
        </p:spPr>
        <p:txBody>
          <a:bodyPr lIns="90000" tIns="46800" rIns="90000" bIns="46800">
            <a:normAutofit/>
          </a:bodyPr>
          <a:lstStyle>
            <a:lvl1pPr marL="0" indent="0" algn="ctr" eaLnBrk="1" fontAlgn="auto" latinLnBrk="0" hangingPunct="1">
              <a:buNone/>
              <a:defRPr kumimoji="0" lang="zh-CN" altLang="en-US" sz="1800" b="0" i="0" u="none" strike="noStrike" kern="1200" cap="none" spc="150" normalizeH="0" baseline="0" noProof="1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10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11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12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bg>
      <p:bgPr>
        <a:gradFill>
          <a:gsLst>
            <a:gs pos="0">
              <a:schemeClr val="tx2"/>
            </a:gs>
            <a:gs pos="100000">
              <a:schemeClr val="bg2"/>
            </a:gs>
          </a:gsLst>
          <a:lin ang="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组合 10"/>
          <p:cNvGrpSpPr/>
          <p:nvPr userDrawn="1">
            <p:custDataLst>
              <p:tags r:id="rId2"/>
            </p:custDataLst>
          </p:nvPr>
        </p:nvGrpSpPr>
        <p:grpSpPr>
          <a:xfrm>
            <a:off x="261175" y="305272"/>
            <a:ext cx="11651124" cy="6176188"/>
            <a:chOff x="261175" y="305272"/>
            <a:chExt cx="11651124" cy="6176188"/>
          </a:xfrm>
        </p:grpSpPr>
        <p:sp>
          <p:nvSpPr>
            <p:cNvPr id="12" name="等腰三角形 11"/>
            <p:cNvSpPr/>
            <p:nvPr userDrawn="1">
              <p:custDataLst>
                <p:tags r:id="rId3"/>
              </p:custDataLst>
            </p:nvPr>
          </p:nvSpPr>
          <p:spPr>
            <a:xfrm rot="2315082">
              <a:off x="261175" y="6021632"/>
              <a:ext cx="533400" cy="459828"/>
            </a:xfrm>
            <a:prstGeom prst="triangle">
              <a:avLst/>
            </a:prstGeom>
            <a:gradFill flip="none" rotWithShape="1">
              <a:gsLst>
                <a:gs pos="0">
                  <a:schemeClr val="bg2"/>
                </a:gs>
                <a:gs pos="100000">
                  <a:schemeClr val="tx2"/>
                </a:gs>
              </a:gsLst>
              <a:lin ang="0" scaled="0"/>
              <a:tileRect/>
            </a:gradFill>
            <a:ln>
              <a:noFill/>
            </a:ln>
            <a:effectLst>
              <a:outerShdw blurRad="342900" sx="114000" sy="114000" algn="ctr" rotWithShape="0">
                <a:schemeClr val="accent1">
                  <a:lumMod val="50000"/>
                  <a:alpha val="2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zh-CN" altLang="en-US" sz="1600" baseline="0">
                <a:solidFill>
                  <a:schemeClr val="accent3"/>
                </a:solidFill>
                <a:latin typeface="Arial" panose="020B0604020202020204" pitchFamily="34" charset="0"/>
              </a:endParaRPr>
            </a:p>
          </p:txBody>
        </p:sp>
        <p:grpSp>
          <p:nvGrpSpPr>
            <p:cNvPr id="13" name="组合 12"/>
            <p:cNvGrpSpPr/>
            <p:nvPr userDrawn="1"/>
          </p:nvGrpSpPr>
          <p:grpSpPr>
            <a:xfrm rot="1322092">
              <a:off x="11131937" y="305272"/>
              <a:ext cx="780362" cy="670898"/>
              <a:chOff x="11170458" y="527508"/>
              <a:chExt cx="780362" cy="670898"/>
            </a:xfrm>
          </p:grpSpPr>
          <p:sp>
            <p:nvSpPr>
              <p:cNvPr id="14" name="等腰三角形 13"/>
              <p:cNvSpPr/>
              <p:nvPr userDrawn="1">
                <p:custDataLst>
                  <p:tags r:id="rId4"/>
                </p:custDataLst>
              </p:nvPr>
            </p:nvSpPr>
            <p:spPr>
              <a:xfrm rot="693652" flipV="1">
                <a:off x="11170458" y="920188"/>
                <a:ext cx="322734" cy="278218"/>
              </a:xfrm>
              <a:prstGeom prst="triangle">
                <a:avLst/>
              </a:prstGeom>
              <a:gradFill flip="none" rotWithShape="1">
                <a:gsLst>
                  <a:gs pos="0">
                    <a:schemeClr val="bg2"/>
                  </a:gs>
                  <a:gs pos="100000">
                    <a:schemeClr val="tx2"/>
                  </a:gs>
                </a:gsLst>
                <a:lin ang="0" scaled="0"/>
                <a:tileRect/>
              </a:gradFill>
              <a:ln>
                <a:noFill/>
              </a:ln>
              <a:effectLst>
                <a:outerShdw blurRad="342900" sx="114000" sy="114000" algn="ctr" rotWithShape="0">
                  <a:schemeClr val="accent1">
                    <a:lumMod val="50000"/>
                    <a:alpha val="2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lvl="0" algn="ctr"/>
                <a:endParaRPr lang="zh-CN" altLang="en-US" sz="1600" baseline="0">
                  <a:solidFill>
                    <a:schemeClr val="accent3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15" name="等腰三角形 14"/>
              <p:cNvSpPr/>
              <p:nvPr userDrawn="1">
                <p:custDataLst>
                  <p:tags r:id="rId5"/>
                </p:custDataLst>
              </p:nvPr>
            </p:nvSpPr>
            <p:spPr>
              <a:xfrm rot="18492899" flipV="1">
                <a:off x="11650344" y="549766"/>
                <a:ext cx="322734" cy="278218"/>
              </a:xfrm>
              <a:prstGeom prst="triangle">
                <a:avLst/>
              </a:prstGeom>
              <a:gradFill flip="none" rotWithShape="1">
                <a:gsLst>
                  <a:gs pos="0">
                    <a:schemeClr val="bg2"/>
                  </a:gs>
                  <a:gs pos="100000">
                    <a:schemeClr val="tx2"/>
                  </a:gs>
                </a:gsLst>
                <a:lin ang="0" scaled="0"/>
                <a:tileRect/>
              </a:gradFill>
              <a:ln>
                <a:noFill/>
              </a:ln>
              <a:effectLst>
                <a:outerShdw blurRad="342900" sx="114000" sy="114000" algn="ctr" rotWithShape="0">
                  <a:schemeClr val="accent1">
                    <a:lumMod val="50000"/>
                    <a:alpha val="2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lvl="0" algn="ctr"/>
                <a:endParaRPr lang="zh-CN" altLang="en-US" sz="1600" baseline="0">
                  <a:solidFill>
                    <a:schemeClr val="accent3"/>
                  </a:solidFill>
                  <a:latin typeface="Arial" panose="020B0604020202020204" pitchFamily="34" charset="0"/>
                </a:endParaRPr>
              </a:p>
            </p:txBody>
          </p:sp>
        </p:grpSp>
      </p:grpSp>
      <p:sp>
        <p:nvSpPr>
          <p:cNvPr id="2" name="标题 1"/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>
          <a:xfrm>
            <a:off x="669882" y="443234"/>
            <a:ext cx="10852237" cy="441964"/>
          </a:xfrm>
        </p:spPr>
        <p:txBody>
          <a:bodyPr vert="horz" lIns="101600" tIns="38100" rIns="76200" bIns="38100" rtlCol="0" anchor="t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7"/>
            </p:custDataLst>
          </p:nvPr>
        </p:nvSpPr>
        <p:spPr>
          <a:xfrm>
            <a:off x="669930" y="952508"/>
            <a:ext cx="5283242" cy="5388907"/>
          </a:xfrm>
        </p:spPr>
        <p:txBody>
          <a:bodyPr vert="horz" lIns="101600" tIns="0" rIns="82550" bIns="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8"/>
            </p:custDataLst>
          </p:nvPr>
        </p:nvSpPr>
        <p:spPr>
          <a:xfrm>
            <a:off x="6238877" y="952508"/>
            <a:ext cx="5283242" cy="5388907"/>
          </a:xfrm>
        </p:spPr>
        <p:txBody>
          <a:bodyPr>
            <a:normAutofit/>
          </a:bodyPr>
          <a:lstStyle>
            <a:lvl1pPr>
              <a:lnSpc>
                <a:spcPct val="120000"/>
              </a:lnSpc>
              <a:defRPr sz="16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>
              <a:lnSpc>
                <a:spcPct val="120000"/>
              </a:lnSpc>
              <a:defRPr sz="16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>
              <a:lnSpc>
                <a:spcPct val="120000"/>
              </a:lnSpc>
              <a:defRPr sz="16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>
              <a:lnSpc>
                <a:spcPct val="120000"/>
              </a:lnSpc>
              <a:defRPr sz="16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>
              <a:lnSpc>
                <a:spcPct val="120000"/>
              </a:lnSpc>
              <a:defRPr sz="16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9"/>
            </p:custDataLst>
          </p:nvPr>
        </p:nvSpPr>
        <p:spPr/>
        <p:txBody>
          <a:bodyPr/>
          <a:lstStyle>
            <a:lvl1pPr>
              <a:lnSpc>
                <a:spcPct val="120000"/>
              </a:lnSpc>
              <a:defRPr baseline="0"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10"/>
            </p:custDataLst>
          </p:nvPr>
        </p:nvSpPr>
        <p:spPr/>
        <p:txBody>
          <a:bodyPr/>
          <a:lstStyle>
            <a:lvl1pPr>
              <a:lnSpc>
                <a:spcPct val="120000"/>
              </a:lnSpc>
              <a:defRPr baseline="0"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11"/>
            </p:custDataLst>
          </p:nvPr>
        </p:nvSpPr>
        <p:spPr/>
        <p:txBody>
          <a:bodyPr/>
          <a:lstStyle>
            <a:lvl1pPr>
              <a:lnSpc>
                <a:spcPct val="120000"/>
              </a:lnSpc>
              <a:defRPr baseline="0"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bg>
      <p:bgPr>
        <a:gradFill>
          <a:gsLst>
            <a:gs pos="0">
              <a:schemeClr val="tx2"/>
            </a:gs>
            <a:gs pos="100000">
              <a:schemeClr val="bg2"/>
            </a:gs>
          </a:gsLst>
          <a:lin ang="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组合 12"/>
          <p:cNvGrpSpPr/>
          <p:nvPr userDrawn="1">
            <p:custDataLst>
              <p:tags r:id="rId2"/>
            </p:custDataLst>
          </p:nvPr>
        </p:nvGrpSpPr>
        <p:grpSpPr>
          <a:xfrm>
            <a:off x="261175" y="305272"/>
            <a:ext cx="11651124" cy="6176188"/>
            <a:chOff x="261175" y="305272"/>
            <a:chExt cx="11651124" cy="6176188"/>
          </a:xfrm>
        </p:grpSpPr>
        <p:sp>
          <p:nvSpPr>
            <p:cNvPr id="14" name="等腰三角形 13"/>
            <p:cNvSpPr/>
            <p:nvPr userDrawn="1">
              <p:custDataLst>
                <p:tags r:id="rId3"/>
              </p:custDataLst>
            </p:nvPr>
          </p:nvSpPr>
          <p:spPr>
            <a:xfrm rot="2315082">
              <a:off x="261175" y="6021632"/>
              <a:ext cx="533400" cy="459828"/>
            </a:xfrm>
            <a:prstGeom prst="triangle">
              <a:avLst/>
            </a:prstGeom>
            <a:gradFill flip="none" rotWithShape="1">
              <a:gsLst>
                <a:gs pos="0">
                  <a:schemeClr val="bg2"/>
                </a:gs>
                <a:gs pos="100000">
                  <a:schemeClr val="tx2"/>
                </a:gs>
              </a:gsLst>
              <a:lin ang="0" scaled="0"/>
              <a:tileRect/>
            </a:gradFill>
            <a:ln>
              <a:noFill/>
            </a:ln>
            <a:effectLst>
              <a:outerShdw blurRad="342900" sx="114000" sy="114000" algn="ctr" rotWithShape="0">
                <a:schemeClr val="accent1">
                  <a:lumMod val="50000"/>
                  <a:alpha val="2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zh-CN" altLang="en-US" sz="1600" baseline="0">
                <a:solidFill>
                  <a:schemeClr val="accent3"/>
                </a:solidFill>
                <a:latin typeface="Arial" panose="020B0604020202020204" pitchFamily="34" charset="0"/>
              </a:endParaRPr>
            </a:p>
          </p:txBody>
        </p:sp>
        <p:grpSp>
          <p:nvGrpSpPr>
            <p:cNvPr id="15" name="组合 14"/>
            <p:cNvGrpSpPr/>
            <p:nvPr userDrawn="1"/>
          </p:nvGrpSpPr>
          <p:grpSpPr>
            <a:xfrm rot="1322092">
              <a:off x="11131937" y="305272"/>
              <a:ext cx="780362" cy="670898"/>
              <a:chOff x="11170458" y="527508"/>
              <a:chExt cx="780362" cy="670898"/>
            </a:xfrm>
          </p:grpSpPr>
          <p:sp>
            <p:nvSpPr>
              <p:cNvPr id="16" name="等腰三角形 15"/>
              <p:cNvSpPr/>
              <p:nvPr userDrawn="1">
                <p:custDataLst>
                  <p:tags r:id="rId4"/>
                </p:custDataLst>
              </p:nvPr>
            </p:nvSpPr>
            <p:spPr>
              <a:xfrm rot="693652" flipV="1">
                <a:off x="11170458" y="920188"/>
                <a:ext cx="322734" cy="278218"/>
              </a:xfrm>
              <a:prstGeom prst="triangle">
                <a:avLst/>
              </a:prstGeom>
              <a:gradFill flip="none" rotWithShape="1">
                <a:gsLst>
                  <a:gs pos="0">
                    <a:schemeClr val="bg2"/>
                  </a:gs>
                  <a:gs pos="100000">
                    <a:schemeClr val="tx2"/>
                  </a:gs>
                </a:gsLst>
                <a:lin ang="0" scaled="0"/>
                <a:tileRect/>
              </a:gradFill>
              <a:ln>
                <a:noFill/>
              </a:ln>
              <a:effectLst>
                <a:outerShdw blurRad="342900" sx="114000" sy="114000" algn="ctr" rotWithShape="0">
                  <a:schemeClr val="accent1">
                    <a:lumMod val="50000"/>
                    <a:alpha val="2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lvl="0" algn="ctr"/>
                <a:endParaRPr lang="zh-CN" altLang="en-US" sz="1600" baseline="0">
                  <a:solidFill>
                    <a:schemeClr val="accent3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17" name="等腰三角形 16"/>
              <p:cNvSpPr/>
              <p:nvPr userDrawn="1">
                <p:custDataLst>
                  <p:tags r:id="rId5"/>
                </p:custDataLst>
              </p:nvPr>
            </p:nvSpPr>
            <p:spPr>
              <a:xfrm rot="18492899" flipV="1">
                <a:off x="11650344" y="549766"/>
                <a:ext cx="322734" cy="278218"/>
              </a:xfrm>
              <a:prstGeom prst="triangle">
                <a:avLst/>
              </a:prstGeom>
              <a:gradFill flip="none" rotWithShape="1">
                <a:gsLst>
                  <a:gs pos="0">
                    <a:schemeClr val="bg2"/>
                  </a:gs>
                  <a:gs pos="100000">
                    <a:schemeClr val="tx2"/>
                  </a:gs>
                </a:gsLst>
                <a:lin ang="0" scaled="0"/>
                <a:tileRect/>
              </a:gradFill>
              <a:ln>
                <a:noFill/>
              </a:ln>
              <a:effectLst>
                <a:outerShdw blurRad="342900" sx="114000" sy="114000" algn="ctr" rotWithShape="0">
                  <a:schemeClr val="accent1">
                    <a:lumMod val="50000"/>
                    <a:alpha val="2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lvl="0" algn="ctr"/>
                <a:endParaRPr lang="zh-CN" altLang="en-US" sz="1600" baseline="0">
                  <a:solidFill>
                    <a:schemeClr val="accent3"/>
                  </a:solidFill>
                  <a:latin typeface="Arial" panose="020B0604020202020204" pitchFamily="34" charset="0"/>
                </a:endParaRPr>
              </a:p>
            </p:txBody>
          </p:sp>
        </p:grpSp>
      </p:grpSp>
      <p:sp>
        <p:nvSpPr>
          <p:cNvPr id="2" name="标题 1"/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>
          <a:xfrm>
            <a:off x="669882" y="443234"/>
            <a:ext cx="10852237" cy="441964"/>
          </a:xfrm>
        </p:spPr>
        <p:txBody>
          <a:bodyPr vert="horz" lIns="101600" tIns="38100" rIns="76200" bIns="38100" rtlCol="0" anchor="t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7"/>
            </p:custDataLst>
          </p:nvPr>
        </p:nvSpPr>
        <p:spPr>
          <a:xfrm>
            <a:off x="669930" y="952508"/>
            <a:ext cx="5283242" cy="381003"/>
          </a:xfrm>
        </p:spPr>
        <p:txBody>
          <a:bodyPr lIns="101600" tIns="38100" rIns="76200" bIns="38100" anchor="t" anchorCtr="0">
            <a:noAutofit/>
          </a:bodyPr>
          <a:lstStyle>
            <a:lvl1pPr marL="0" indent="0" eaLnBrk="1" fontAlgn="auto" latinLnBrk="0" hangingPunct="1">
              <a:lnSpc>
                <a:spcPct val="120000"/>
              </a:lnSpc>
              <a:spcAft>
                <a:spcPts val="0"/>
              </a:spcAft>
              <a:buNone/>
              <a:defRPr sz="2000" b="0" u="none" strike="noStrike" kern="1200" cap="none" spc="20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8"/>
            </p:custDataLst>
          </p:nvPr>
        </p:nvSpPr>
        <p:spPr>
          <a:xfrm>
            <a:off x="669925" y="1406525"/>
            <a:ext cx="5283200" cy="4934752"/>
          </a:xfrm>
        </p:spPr>
        <p:txBody>
          <a:bodyPr vert="horz" lIns="101600" tIns="0" rIns="82550" bIns="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9"/>
            </p:custDataLst>
          </p:nvPr>
        </p:nvSpPr>
        <p:spPr>
          <a:xfrm>
            <a:off x="6235750" y="952508"/>
            <a:ext cx="5283242" cy="381003"/>
          </a:xfrm>
        </p:spPr>
        <p:txBody>
          <a:bodyPr vert="horz" lIns="101600" tIns="38100" rIns="76200" bIns="38100" rtlCol="0" anchor="t" anchorCtr="0">
            <a:noAutofit/>
          </a:bodyPr>
          <a:lstStyle>
            <a:lvl1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kumimoji="0" lang="zh-CN" altLang="en-US" sz="2000" b="0" i="0" u="none" strike="noStrike" kern="1200" cap="none" spc="2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>
                <a:sym typeface="+mn-ea"/>
              </a:rPr>
              <a:t>单击此处编辑文本</a:t>
            </a:r>
            <a:endParaRPr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10"/>
            </p:custDataLst>
          </p:nvPr>
        </p:nvSpPr>
        <p:spPr>
          <a:xfrm>
            <a:off x="6235750" y="1406525"/>
            <a:ext cx="5283242" cy="4934752"/>
          </a:xfrm>
        </p:spPr>
        <p:txBody>
          <a:bodyPr vert="horz" lIns="101600" tIns="0" rIns="82550" bIns="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11"/>
            </p:custDataLst>
          </p:nvPr>
        </p:nvSpPr>
        <p:spPr/>
        <p:txBody>
          <a:bodyPr/>
          <a:lstStyle>
            <a:lvl1pPr>
              <a:lnSpc>
                <a:spcPct val="120000"/>
              </a:lnSpc>
              <a:defRPr baseline="0"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12"/>
            </p:custDataLst>
          </p:nvPr>
        </p:nvSpPr>
        <p:spPr/>
        <p:txBody>
          <a:bodyPr/>
          <a:lstStyle>
            <a:lvl1pPr>
              <a:lnSpc>
                <a:spcPct val="120000"/>
              </a:lnSpc>
              <a:defRPr baseline="0"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13"/>
            </p:custDataLst>
          </p:nvPr>
        </p:nvSpPr>
        <p:spPr/>
        <p:txBody>
          <a:bodyPr/>
          <a:lstStyle>
            <a:lvl1pPr>
              <a:lnSpc>
                <a:spcPct val="120000"/>
              </a:lnSpc>
              <a:defRPr baseline="0"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bg>
      <p:bgPr>
        <a:gradFill>
          <a:gsLst>
            <a:gs pos="0">
              <a:schemeClr val="tx2"/>
            </a:gs>
            <a:gs pos="100000">
              <a:schemeClr val="bg2"/>
            </a:gs>
          </a:gsLst>
          <a:lin ang="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组合 7"/>
          <p:cNvGrpSpPr/>
          <p:nvPr userDrawn="1">
            <p:custDataLst>
              <p:tags r:id="rId2"/>
            </p:custDataLst>
          </p:nvPr>
        </p:nvGrpSpPr>
        <p:grpSpPr>
          <a:xfrm>
            <a:off x="261175" y="305272"/>
            <a:ext cx="11651124" cy="6176188"/>
            <a:chOff x="261175" y="305272"/>
            <a:chExt cx="11651124" cy="6176188"/>
          </a:xfrm>
        </p:grpSpPr>
        <p:sp>
          <p:nvSpPr>
            <p:cNvPr id="9" name="等腰三角形 8"/>
            <p:cNvSpPr/>
            <p:nvPr userDrawn="1">
              <p:custDataLst>
                <p:tags r:id="rId3"/>
              </p:custDataLst>
            </p:nvPr>
          </p:nvSpPr>
          <p:spPr>
            <a:xfrm rot="2315082">
              <a:off x="261175" y="6021632"/>
              <a:ext cx="533400" cy="459828"/>
            </a:xfrm>
            <a:prstGeom prst="triangle">
              <a:avLst/>
            </a:prstGeom>
            <a:gradFill flip="none" rotWithShape="1">
              <a:gsLst>
                <a:gs pos="0">
                  <a:schemeClr val="bg2"/>
                </a:gs>
                <a:gs pos="100000">
                  <a:schemeClr val="tx2"/>
                </a:gs>
              </a:gsLst>
              <a:lin ang="0" scaled="0"/>
              <a:tileRect/>
            </a:gradFill>
            <a:ln>
              <a:noFill/>
            </a:ln>
            <a:effectLst>
              <a:outerShdw blurRad="342900" sx="114000" sy="114000" algn="ctr" rotWithShape="0">
                <a:schemeClr val="accent1">
                  <a:lumMod val="50000"/>
                  <a:alpha val="2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zh-CN" altLang="en-US" sz="1600" baseline="0">
                <a:solidFill>
                  <a:schemeClr val="accent3"/>
                </a:solidFill>
                <a:latin typeface="Arial" panose="020B0604020202020204" pitchFamily="34" charset="0"/>
              </a:endParaRPr>
            </a:p>
          </p:txBody>
        </p:sp>
        <p:grpSp>
          <p:nvGrpSpPr>
            <p:cNvPr id="10" name="组合 9"/>
            <p:cNvGrpSpPr/>
            <p:nvPr userDrawn="1"/>
          </p:nvGrpSpPr>
          <p:grpSpPr>
            <a:xfrm rot="1322092">
              <a:off x="11131937" y="305272"/>
              <a:ext cx="780362" cy="670898"/>
              <a:chOff x="11170458" y="527508"/>
              <a:chExt cx="780362" cy="670898"/>
            </a:xfrm>
          </p:grpSpPr>
          <p:sp>
            <p:nvSpPr>
              <p:cNvPr id="11" name="等腰三角形 10"/>
              <p:cNvSpPr/>
              <p:nvPr userDrawn="1">
                <p:custDataLst>
                  <p:tags r:id="rId4"/>
                </p:custDataLst>
              </p:nvPr>
            </p:nvSpPr>
            <p:spPr>
              <a:xfrm rot="693652" flipV="1">
                <a:off x="11170458" y="920188"/>
                <a:ext cx="322734" cy="278218"/>
              </a:xfrm>
              <a:prstGeom prst="triangle">
                <a:avLst/>
              </a:prstGeom>
              <a:gradFill flip="none" rotWithShape="1">
                <a:gsLst>
                  <a:gs pos="0">
                    <a:schemeClr val="bg2"/>
                  </a:gs>
                  <a:gs pos="100000">
                    <a:schemeClr val="tx2"/>
                  </a:gs>
                </a:gsLst>
                <a:lin ang="0" scaled="0"/>
                <a:tileRect/>
              </a:gradFill>
              <a:ln>
                <a:noFill/>
              </a:ln>
              <a:effectLst>
                <a:outerShdw blurRad="342900" sx="114000" sy="114000" algn="ctr" rotWithShape="0">
                  <a:schemeClr val="accent1">
                    <a:lumMod val="50000"/>
                    <a:alpha val="2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lvl="0" algn="ctr"/>
                <a:endParaRPr lang="zh-CN" altLang="en-US" sz="1600" baseline="0">
                  <a:solidFill>
                    <a:schemeClr val="accent3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12" name="等腰三角形 11"/>
              <p:cNvSpPr/>
              <p:nvPr userDrawn="1">
                <p:custDataLst>
                  <p:tags r:id="rId5"/>
                </p:custDataLst>
              </p:nvPr>
            </p:nvSpPr>
            <p:spPr>
              <a:xfrm rot="18492899" flipV="1">
                <a:off x="11650344" y="549766"/>
                <a:ext cx="322734" cy="278218"/>
              </a:xfrm>
              <a:prstGeom prst="triangle">
                <a:avLst/>
              </a:prstGeom>
              <a:gradFill flip="none" rotWithShape="1">
                <a:gsLst>
                  <a:gs pos="0">
                    <a:schemeClr val="bg2"/>
                  </a:gs>
                  <a:gs pos="100000">
                    <a:schemeClr val="tx2"/>
                  </a:gs>
                </a:gsLst>
                <a:lin ang="0" scaled="0"/>
                <a:tileRect/>
              </a:gradFill>
              <a:ln>
                <a:noFill/>
              </a:ln>
              <a:effectLst>
                <a:outerShdw blurRad="342900" sx="114000" sy="114000" algn="ctr" rotWithShape="0">
                  <a:schemeClr val="accent1">
                    <a:lumMod val="50000"/>
                    <a:alpha val="2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lvl="0" algn="ctr"/>
                <a:endParaRPr lang="zh-CN" altLang="en-US" sz="1600" baseline="0">
                  <a:solidFill>
                    <a:schemeClr val="accent3"/>
                  </a:solidFill>
                  <a:latin typeface="Arial" panose="020B0604020202020204" pitchFamily="34" charset="0"/>
                </a:endParaRPr>
              </a:p>
            </p:txBody>
          </p:sp>
        </p:grpSp>
      </p:grpSp>
      <p:sp>
        <p:nvSpPr>
          <p:cNvPr id="2" name="标题 1"/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/>
        <p:txBody>
          <a:bodyPr vert="horz" lIns="101600" tIns="38100" rIns="76200" bIns="38100" rtlCol="0" anchor="t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5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Pr>
        <a:gradFill>
          <a:gsLst>
            <a:gs pos="0">
              <a:schemeClr val="tx2"/>
            </a:gs>
            <a:gs pos="100000">
              <a:schemeClr val="bg2"/>
            </a:gs>
          </a:gsLst>
          <a:lin ang="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bg>
      <p:bgPr>
        <a:gradFill>
          <a:gsLst>
            <a:gs pos="0">
              <a:schemeClr val="tx2"/>
            </a:gs>
            <a:gs pos="100000">
              <a:schemeClr val="bg2"/>
            </a:gs>
          </a:gsLst>
          <a:lin ang="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组合 10"/>
          <p:cNvGrpSpPr/>
          <p:nvPr userDrawn="1">
            <p:custDataLst>
              <p:tags r:id="rId2"/>
            </p:custDataLst>
          </p:nvPr>
        </p:nvGrpSpPr>
        <p:grpSpPr>
          <a:xfrm>
            <a:off x="261175" y="305272"/>
            <a:ext cx="11651124" cy="6176188"/>
            <a:chOff x="261175" y="305272"/>
            <a:chExt cx="11651124" cy="6176188"/>
          </a:xfrm>
        </p:grpSpPr>
        <p:sp>
          <p:nvSpPr>
            <p:cNvPr id="12" name="等腰三角形 11"/>
            <p:cNvSpPr/>
            <p:nvPr userDrawn="1">
              <p:custDataLst>
                <p:tags r:id="rId3"/>
              </p:custDataLst>
            </p:nvPr>
          </p:nvSpPr>
          <p:spPr>
            <a:xfrm rot="2315082">
              <a:off x="261175" y="6021632"/>
              <a:ext cx="533400" cy="459828"/>
            </a:xfrm>
            <a:prstGeom prst="triangle">
              <a:avLst/>
            </a:prstGeom>
            <a:gradFill flip="none" rotWithShape="1">
              <a:gsLst>
                <a:gs pos="0">
                  <a:schemeClr val="bg2"/>
                </a:gs>
                <a:gs pos="100000">
                  <a:schemeClr val="tx2"/>
                </a:gs>
              </a:gsLst>
              <a:lin ang="0" scaled="0"/>
              <a:tileRect/>
            </a:gradFill>
            <a:ln>
              <a:noFill/>
            </a:ln>
            <a:effectLst>
              <a:outerShdw blurRad="342900" sx="114000" sy="114000" algn="ctr" rotWithShape="0">
                <a:schemeClr val="accent1">
                  <a:lumMod val="50000"/>
                  <a:alpha val="2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zh-CN" altLang="en-US" sz="1600" baseline="0">
                <a:solidFill>
                  <a:schemeClr val="accent3"/>
                </a:solidFill>
                <a:latin typeface="Arial" panose="020B0604020202020204" pitchFamily="34" charset="0"/>
              </a:endParaRPr>
            </a:p>
          </p:txBody>
        </p:sp>
        <p:grpSp>
          <p:nvGrpSpPr>
            <p:cNvPr id="13" name="组合 12"/>
            <p:cNvGrpSpPr/>
            <p:nvPr userDrawn="1"/>
          </p:nvGrpSpPr>
          <p:grpSpPr>
            <a:xfrm rot="1322092">
              <a:off x="11131937" y="305272"/>
              <a:ext cx="780362" cy="670898"/>
              <a:chOff x="11170458" y="527508"/>
              <a:chExt cx="780362" cy="670898"/>
            </a:xfrm>
          </p:grpSpPr>
          <p:sp>
            <p:nvSpPr>
              <p:cNvPr id="14" name="等腰三角形 13"/>
              <p:cNvSpPr/>
              <p:nvPr userDrawn="1">
                <p:custDataLst>
                  <p:tags r:id="rId4"/>
                </p:custDataLst>
              </p:nvPr>
            </p:nvSpPr>
            <p:spPr>
              <a:xfrm rot="693652" flipV="1">
                <a:off x="11170458" y="920188"/>
                <a:ext cx="322734" cy="278218"/>
              </a:xfrm>
              <a:prstGeom prst="triangle">
                <a:avLst/>
              </a:prstGeom>
              <a:gradFill flip="none" rotWithShape="1">
                <a:gsLst>
                  <a:gs pos="0">
                    <a:schemeClr val="bg2"/>
                  </a:gs>
                  <a:gs pos="100000">
                    <a:schemeClr val="tx2"/>
                  </a:gs>
                </a:gsLst>
                <a:lin ang="0" scaled="0"/>
                <a:tileRect/>
              </a:gradFill>
              <a:ln>
                <a:noFill/>
              </a:ln>
              <a:effectLst>
                <a:outerShdw blurRad="342900" sx="114000" sy="114000" algn="ctr" rotWithShape="0">
                  <a:schemeClr val="accent1">
                    <a:lumMod val="50000"/>
                    <a:alpha val="2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lvl="0" algn="ctr"/>
                <a:endParaRPr lang="zh-CN" altLang="en-US" sz="1600" baseline="0">
                  <a:solidFill>
                    <a:schemeClr val="accent3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15" name="等腰三角形 14"/>
              <p:cNvSpPr/>
              <p:nvPr userDrawn="1">
                <p:custDataLst>
                  <p:tags r:id="rId5"/>
                </p:custDataLst>
              </p:nvPr>
            </p:nvSpPr>
            <p:spPr>
              <a:xfrm rot="18492899" flipV="1">
                <a:off x="11650344" y="549766"/>
                <a:ext cx="322734" cy="278218"/>
              </a:xfrm>
              <a:prstGeom prst="triangle">
                <a:avLst/>
              </a:prstGeom>
              <a:gradFill flip="none" rotWithShape="1">
                <a:gsLst>
                  <a:gs pos="0">
                    <a:schemeClr val="bg2"/>
                  </a:gs>
                  <a:gs pos="100000">
                    <a:schemeClr val="tx2"/>
                  </a:gs>
                </a:gsLst>
                <a:lin ang="0" scaled="0"/>
                <a:tileRect/>
              </a:gradFill>
              <a:ln>
                <a:noFill/>
              </a:ln>
              <a:effectLst>
                <a:outerShdw blurRad="342900" sx="114000" sy="114000" algn="ctr" rotWithShape="0">
                  <a:schemeClr val="accent1">
                    <a:lumMod val="50000"/>
                    <a:alpha val="2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lvl="0" algn="ctr"/>
                <a:endParaRPr lang="zh-CN" altLang="en-US" sz="1600" baseline="0">
                  <a:solidFill>
                    <a:schemeClr val="accent3"/>
                  </a:solidFill>
                  <a:latin typeface="Arial" panose="020B0604020202020204" pitchFamily="34" charset="0"/>
                </a:endParaRPr>
              </a:p>
            </p:txBody>
          </p:sp>
        </p:grpSp>
      </p:grpSp>
      <p:sp>
        <p:nvSpPr>
          <p:cNvPr id="2" name="标题 1"/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>
          <a:xfrm>
            <a:off x="669930" y="443234"/>
            <a:ext cx="10852237" cy="441964"/>
          </a:xfrm>
        </p:spPr>
        <p:txBody>
          <a:bodyPr vert="horz" lIns="101600" tIns="38100" rIns="76200" bIns="38100" rtlCol="0" anchor="t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7"/>
            </p:custDataLst>
          </p:nvPr>
        </p:nvSpPr>
        <p:spPr>
          <a:xfrm>
            <a:off x="669930" y="952508"/>
            <a:ext cx="5283242" cy="5388907"/>
          </a:xfrm>
        </p:spPr>
        <p:txBody>
          <a:bodyPr vert="horz" lIns="101600" tIns="0" rIns="82550" bIns="0" rtlCol="0">
            <a:noAutofit/>
          </a:bodyPr>
          <a:lstStyle>
            <a:lvl1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endParaRPr dirty="0">
              <a:sym typeface="+mn-ea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8"/>
            </p:custDataLst>
          </p:nvPr>
        </p:nvSpPr>
        <p:spPr>
          <a:xfrm>
            <a:off x="6238925" y="952508"/>
            <a:ext cx="5283242" cy="5388907"/>
          </a:xfrm>
        </p:spPr>
        <p:txBody>
          <a:bodyPr vert="horz" lIns="101600" tIns="0" rIns="82550" bIns="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单击此处编辑母版文本样式</a:t>
            </a:r>
            <a:endParaRPr>
              <a:sym typeface="+mn-ea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9"/>
            </p:custDataLst>
          </p:nvPr>
        </p:nvSpPr>
        <p:spPr/>
        <p:txBody>
          <a:bodyPr/>
          <a:lstStyle>
            <a:lvl1pPr>
              <a:lnSpc>
                <a:spcPct val="120000"/>
              </a:lnSpc>
              <a:defRPr baseline="0"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10"/>
            </p:custDataLst>
          </p:nvPr>
        </p:nvSpPr>
        <p:spPr/>
        <p:txBody>
          <a:bodyPr/>
          <a:lstStyle>
            <a:lvl1pPr>
              <a:lnSpc>
                <a:spcPct val="120000"/>
              </a:lnSpc>
              <a:defRPr baseline="0"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11"/>
            </p:custDataLst>
          </p:nvPr>
        </p:nvSpPr>
        <p:spPr/>
        <p:txBody>
          <a:bodyPr/>
          <a:lstStyle>
            <a:lvl1pPr>
              <a:lnSpc>
                <a:spcPct val="120000"/>
              </a:lnSpc>
              <a:defRPr baseline="0"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5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bg>
      <p:bgPr>
        <a:gradFill>
          <a:gsLst>
            <a:gs pos="0">
              <a:schemeClr val="tx2"/>
            </a:gs>
            <a:gs pos="100000">
              <a:schemeClr val="bg2"/>
            </a:gs>
          </a:gsLst>
          <a:lin ang="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组合 9"/>
          <p:cNvGrpSpPr/>
          <p:nvPr userDrawn="1">
            <p:custDataLst>
              <p:tags r:id="rId2"/>
            </p:custDataLst>
          </p:nvPr>
        </p:nvGrpSpPr>
        <p:grpSpPr>
          <a:xfrm>
            <a:off x="261175" y="304800"/>
            <a:ext cx="11626025" cy="6248400"/>
            <a:chOff x="261175" y="304800"/>
            <a:chExt cx="11626025" cy="6248400"/>
          </a:xfrm>
        </p:grpSpPr>
        <p:sp>
          <p:nvSpPr>
            <p:cNvPr id="11" name="矩形 10"/>
            <p:cNvSpPr/>
            <p:nvPr userDrawn="1">
              <p:custDataLst>
                <p:tags r:id="rId3"/>
              </p:custDataLst>
            </p:nvPr>
          </p:nvSpPr>
          <p:spPr>
            <a:xfrm>
              <a:off x="304800" y="304800"/>
              <a:ext cx="11582400" cy="6248400"/>
            </a:xfrm>
            <a:prstGeom prst="rect">
              <a:avLst/>
            </a:prstGeom>
            <a:gradFill flip="none" rotWithShape="1">
              <a:gsLst>
                <a:gs pos="40000">
                  <a:schemeClr val="bg2"/>
                </a:gs>
                <a:gs pos="92000">
                  <a:schemeClr val="tx2"/>
                </a:gs>
              </a:gsLst>
              <a:lin ang="2700000" scaled="0"/>
              <a:tileRect/>
            </a:gradFill>
            <a:ln>
              <a:noFill/>
            </a:ln>
            <a:effectLst>
              <a:outerShdw blurRad="342900" sx="106000" sy="106000" algn="ctr" rotWithShape="0">
                <a:schemeClr val="tx1">
                  <a:alpha val="1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zh-CN" altLang="en-US" sz="1600" baseline="0" dirty="0">
                <a:solidFill>
                  <a:schemeClr val="accent3"/>
                </a:solidFill>
                <a:latin typeface="Arial" panose="020B0604020202020204" pitchFamily="34" charset="0"/>
              </a:endParaRPr>
            </a:p>
          </p:txBody>
        </p:sp>
        <p:grpSp>
          <p:nvGrpSpPr>
            <p:cNvPr id="12" name="组合 11"/>
            <p:cNvGrpSpPr/>
            <p:nvPr userDrawn="1"/>
          </p:nvGrpSpPr>
          <p:grpSpPr>
            <a:xfrm>
              <a:off x="261175" y="597763"/>
              <a:ext cx="11327050" cy="5883697"/>
              <a:chOff x="261175" y="597763"/>
              <a:chExt cx="11327050" cy="5883697"/>
            </a:xfrm>
          </p:grpSpPr>
          <p:sp>
            <p:nvSpPr>
              <p:cNvPr id="13" name="等腰三角形 12"/>
              <p:cNvSpPr/>
              <p:nvPr userDrawn="1">
                <p:custDataLst>
                  <p:tags r:id="rId4"/>
                </p:custDataLst>
              </p:nvPr>
            </p:nvSpPr>
            <p:spPr>
              <a:xfrm rot="2315082">
                <a:off x="261175" y="6021632"/>
                <a:ext cx="533400" cy="459828"/>
              </a:xfrm>
              <a:prstGeom prst="triangle">
                <a:avLst/>
              </a:prstGeom>
              <a:gradFill flip="none" rotWithShape="1">
                <a:gsLst>
                  <a:gs pos="0">
                    <a:schemeClr val="bg2"/>
                  </a:gs>
                  <a:gs pos="100000">
                    <a:schemeClr val="tx2"/>
                  </a:gs>
                </a:gsLst>
                <a:lin ang="0" scaled="0"/>
                <a:tileRect/>
              </a:gradFill>
              <a:ln>
                <a:noFill/>
              </a:ln>
              <a:effectLst>
                <a:outerShdw blurRad="342900" sx="114000" sy="114000" algn="ctr" rotWithShape="0">
                  <a:schemeClr val="accent1">
                    <a:lumMod val="50000"/>
                    <a:alpha val="2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lvl="0" algn="ctr"/>
                <a:endParaRPr lang="zh-CN" altLang="en-US" sz="1600" baseline="0">
                  <a:solidFill>
                    <a:schemeClr val="accent3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14" name="等腰三角形 13"/>
              <p:cNvSpPr/>
              <p:nvPr userDrawn="1">
                <p:custDataLst>
                  <p:tags r:id="rId5"/>
                </p:custDataLst>
              </p:nvPr>
            </p:nvSpPr>
            <p:spPr>
              <a:xfrm rot="2015744" flipV="1">
                <a:off x="11265491" y="597763"/>
                <a:ext cx="322734" cy="278218"/>
              </a:xfrm>
              <a:prstGeom prst="triangle">
                <a:avLst/>
              </a:prstGeom>
              <a:gradFill flip="none" rotWithShape="1">
                <a:gsLst>
                  <a:gs pos="0">
                    <a:schemeClr val="bg2"/>
                  </a:gs>
                  <a:gs pos="100000">
                    <a:schemeClr val="tx2"/>
                  </a:gs>
                </a:gsLst>
                <a:lin ang="0" scaled="0"/>
                <a:tileRect/>
              </a:gradFill>
              <a:ln>
                <a:noFill/>
              </a:ln>
              <a:effectLst>
                <a:outerShdw blurRad="342900" sx="114000" sy="114000" algn="ctr" rotWithShape="0">
                  <a:schemeClr val="accent1">
                    <a:lumMod val="50000"/>
                    <a:alpha val="2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lvl="0" algn="ctr"/>
                <a:endParaRPr lang="zh-CN" altLang="en-US" sz="1600" baseline="0">
                  <a:solidFill>
                    <a:schemeClr val="accent3"/>
                  </a:solidFill>
                  <a:latin typeface="Arial" panose="020B0604020202020204" pitchFamily="34" charset="0"/>
                </a:endParaRPr>
              </a:p>
            </p:txBody>
          </p:sp>
        </p:grpSp>
      </p:grpSp>
      <p:sp>
        <p:nvSpPr>
          <p:cNvPr id="2" name="竖排标题 1"/>
          <p:cNvSpPr>
            <a:spLocks noGrp="1"/>
          </p:cNvSpPr>
          <p:nvPr>
            <p:ph type="title" orient="vert"/>
            <p:custDataLst>
              <p:tags r:id="rId6"/>
            </p:custDataLst>
          </p:nvPr>
        </p:nvSpPr>
        <p:spPr>
          <a:xfrm>
            <a:off x="10571135" y="952508"/>
            <a:ext cx="950984" cy="5388907"/>
          </a:xfrm>
        </p:spPr>
        <p:txBody>
          <a:bodyPr vert="eaVert" lIns="101600" tIns="38100" rIns="76200" bIns="38100" rtlCol="0" anchor="ctr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7"/>
            </p:custDataLst>
          </p:nvPr>
        </p:nvSpPr>
        <p:spPr>
          <a:xfrm>
            <a:off x="669925" y="952500"/>
            <a:ext cx="9828101" cy="5388907"/>
          </a:xfrm>
        </p:spPr>
        <p:txBody>
          <a:bodyPr vert="eaVert"/>
          <a:lstStyle>
            <a:lvl1pPr marL="514350" indent="-28575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•"/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971550" indent="-28575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•"/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428750" indent="-28575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•"/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885950" indent="-28575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•"/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marL="2343150" indent="-28575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•"/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8"/>
            </p:custDataLst>
          </p:nvPr>
        </p:nvSpPr>
        <p:spPr/>
        <p:txBody>
          <a:bodyPr/>
          <a:lstStyle>
            <a:lvl1pPr>
              <a:lnSpc>
                <a:spcPct val="120000"/>
              </a:lnSpc>
              <a:defRPr baseline="0"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9"/>
            </p:custDataLst>
          </p:nvPr>
        </p:nvSpPr>
        <p:spPr/>
        <p:txBody>
          <a:bodyPr/>
          <a:lstStyle>
            <a:lvl1pPr>
              <a:lnSpc>
                <a:spcPct val="120000"/>
              </a:lnSpc>
              <a:defRPr baseline="0"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10"/>
            </p:custDataLst>
          </p:nvPr>
        </p:nvSpPr>
        <p:spPr/>
        <p:txBody>
          <a:bodyPr/>
          <a:lstStyle>
            <a:lvl1pPr>
              <a:lnSpc>
                <a:spcPct val="120000"/>
              </a:lnSpc>
              <a:defRPr baseline="0"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bg>
      <p:bgPr>
        <a:gradFill>
          <a:gsLst>
            <a:gs pos="0">
              <a:schemeClr val="tx2"/>
            </a:gs>
            <a:gs pos="100000">
              <a:schemeClr val="bg2"/>
            </a:gs>
          </a:gsLst>
          <a:lin ang="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组合 9"/>
          <p:cNvGrpSpPr/>
          <p:nvPr userDrawn="1">
            <p:custDataLst>
              <p:tags r:id="rId2"/>
            </p:custDataLst>
          </p:nvPr>
        </p:nvGrpSpPr>
        <p:grpSpPr>
          <a:xfrm>
            <a:off x="261175" y="304800"/>
            <a:ext cx="11626025" cy="6248400"/>
            <a:chOff x="261175" y="304800"/>
            <a:chExt cx="11626025" cy="6248400"/>
          </a:xfrm>
        </p:grpSpPr>
        <p:sp>
          <p:nvSpPr>
            <p:cNvPr id="11" name="矩形 10"/>
            <p:cNvSpPr/>
            <p:nvPr userDrawn="1">
              <p:custDataLst>
                <p:tags r:id="rId3"/>
              </p:custDataLst>
            </p:nvPr>
          </p:nvSpPr>
          <p:spPr>
            <a:xfrm>
              <a:off x="304800" y="304800"/>
              <a:ext cx="11582400" cy="6248400"/>
            </a:xfrm>
            <a:prstGeom prst="rect">
              <a:avLst/>
            </a:prstGeom>
            <a:gradFill flip="none" rotWithShape="1">
              <a:gsLst>
                <a:gs pos="40000">
                  <a:schemeClr val="bg2"/>
                </a:gs>
                <a:gs pos="92000">
                  <a:schemeClr val="tx2"/>
                </a:gs>
              </a:gsLst>
              <a:lin ang="2700000" scaled="0"/>
              <a:tileRect/>
            </a:gradFill>
            <a:ln>
              <a:noFill/>
            </a:ln>
            <a:effectLst>
              <a:outerShdw blurRad="342900" sx="106000" sy="106000" algn="ctr" rotWithShape="0">
                <a:schemeClr val="tx1">
                  <a:alpha val="1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zh-CN" altLang="en-US" sz="1600" baseline="0" dirty="0">
                <a:solidFill>
                  <a:schemeClr val="accent3"/>
                </a:solidFill>
                <a:latin typeface="Arial" panose="020B0604020202020204" pitchFamily="34" charset="0"/>
              </a:endParaRPr>
            </a:p>
          </p:txBody>
        </p:sp>
        <p:grpSp>
          <p:nvGrpSpPr>
            <p:cNvPr id="12" name="组合 11"/>
            <p:cNvGrpSpPr/>
            <p:nvPr userDrawn="1"/>
          </p:nvGrpSpPr>
          <p:grpSpPr>
            <a:xfrm>
              <a:off x="261175" y="597763"/>
              <a:ext cx="11327050" cy="5883697"/>
              <a:chOff x="261175" y="597763"/>
              <a:chExt cx="11327050" cy="5883697"/>
            </a:xfrm>
          </p:grpSpPr>
          <p:sp>
            <p:nvSpPr>
              <p:cNvPr id="13" name="等腰三角形 12"/>
              <p:cNvSpPr/>
              <p:nvPr userDrawn="1">
                <p:custDataLst>
                  <p:tags r:id="rId4"/>
                </p:custDataLst>
              </p:nvPr>
            </p:nvSpPr>
            <p:spPr>
              <a:xfrm rot="2315082">
                <a:off x="261175" y="6021632"/>
                <a:ext cx="533400" cy="459828"/>
              </a:xfrm>
              <a:prstGeom prst="triangle">
                <a:avLst/>
              </a:prstGeom>
              <a:gradFill flip="none" rotWithShape="1">
                <a:gsLst>
                  <a:gs pos="0">
                    <a:schemeClr val="bg2"/>
                  </a:gs>
                  <a:gs pos="100000">
                    <a:schemeClr val="tx2"/>
                  </a:gs>
                </a:gsLst>
                <a:lin ang="0" scaled="0"/>
                <a:tileRect/>
              </a:gradFill>
              <a:ln>
                <a:noFill/>
              </a:ln>
              <a:effectLst>
                <a:outerShdw blurRad="342900" sx="114000" sy="114000" algn="ctr" rotWithShape="0">
                  <a:schemeClr val="accent1">
                    <a:lumMod val="50000"/>
                    <a:alpha val="2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lvl="0" algn="ctr"/>
                <a:endParaRPr lang="zh-CN" altLang="en-US" sz="1600" baseline="0">
                  <a:solidFill>
                    <a:schemeClr val="accent3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14" name="等腰三角形 13"/>
              <p:cNvSpPr/>
              <p:nvPr userDrawn="1">
                <p:custDataLst>
                  <p:tags r:id="rId5"/>
                </p:custDataLst>
              </p:nvPr>
            </p:nvSpPr>
            <p:spPr>
              <a:xfrm rot="2015744" flipV="1">
                <a:off x="11265491" y="597763"/>
                <a:ext cx="322734" cy="278218"/>
              </a:xfrm>
              <a:prstGeom prst="triangle">
                <a:avLst/>
              </a:prstGeom>
              <a:gradFill flip="none" rotWithShape="1">
                <a:gsLst>
                  <a:gs pos="0">
                    <a:schemeClr val="bg2"/>
                  </a:gs>
                  <a:gs pos="100000">
                    <a:schemeClr val="tx2"/>
                  </a:gs>
                </a:gsLst>
                <a:lin ang="0" scaled="0"/>
                <a:tileRect/>
              </a:gradFill>
              <a:ln>
                <a:noFill/>
              </a:ln>
              <a:effectLst>
                <a:outerShdw blurRad="342900" sx="114000" sy="114000" algn="ctr" rotWithShape="0">
                  <a:schemeClr val="accent1">
                    <a:lumMod val="50000"/>
                    <a:alpha val="2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lvl="0" algn="ctr"/>
                <a:endParaRPr lang="zh-CN" altLang="en-US" sz="1600" baseline="0">
                  <a:solidFill>
                    <a:schemeClr val="accent3"/>
                  </a:solidFill>
                  <a:latin typeface="Arial" panose="020B0604020202020204" pitchFamily="34" charset="0"/>
                </a:endParaRPr>
              </a:p>
            </p:txBody>
          </p:sp>
        </p:grpSp>
      </p:grp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9"/>
            </p:custDataLst>
          </p:nvPr>
        </p:nvSpPr>
        <p:spPr>
          <a:xfrm>
            <a:off x="669930" y="952508"/>
            <a:ext cx="10852237" cy="5388907"/>
          </a:xfrm>
        </p:spPr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>
              <a:defRPr baseline="0"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>
              <a:defRPr baseline="0"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>
              <a:defRPr baseline="0"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>
              <a:defRPr baseline="0"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bg>
      <p:bgPr>
        <a:gradFill>
          <a:gsLst>
            <a:gs pos="0">
              <a:schemeClr val="tx2"/>
            </a:gs>
            <a:gs pos="100000">
              <a:schemeClr val="bg2"/>
            </a:gs>
          </a:gsLst>
          <a:lin ang="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/>
          <p:cNvGrpSpPr/>
          <p:nvPr userDrawn="1">
            <p:custDataLst>
              <p:tags r:id="rId2"/>
            </p:custDataLst>
          </p:nvPr>
        </p:nvGrpSpPr>
        <p:grpSpPr>
          <a:xfrm>
            <a:off x="261175" y="180644"/>
            <a:ext cx="11740482" cy="6300816"/>
            <a:chOff x="261175" y="180644"/>
            <a:chExt cx="11740482" cy="6300816"/>
          </a:xfrm>
        </p:grpSpPr>
        <p:sp>
          <p:nvSpPr>
            <p:cNvPr id="8" name="等腰三角形 7"/>
            <p:cNvSpPr/>
            <p:nvPr userDrawn="1">
              <p:custDataLst>
                <p:tags r:id="rId3"/>
              </p:custDataLst>
            </p:nvPr>
          </p:nvSpPr>
          <p:spPr>
            <a:xfrm rot="2315082">
              <a:off x="261175" y="6021632"/>
              <a:ext cx="533400" cy="459828"/>
            </a:xfrm>
            <a:prstGeom prst="triangle">
              <a:avLst/>
            </a:prstGeom>
            <a:gradFill flip="none" rotWithShape="1">
              <a:gsLst>
                <a:gs pos="0">
                  <a:schemeClr val="bg2"/>
                </a:gs>
                <a:gs pos="100000">
                  <a:schemeClr val="tx2"/>
                </a:gs>
              </a:gsLst>
              <a:lin ang="0" scaled="0"/>
              <a:tileRect/>
            </a:gradFill>
            <a:ln>
              <a:noFill/>
            </a:ln>
            <a:effectLst>
              <a:outerShdw blurRad="342900" sx="114000" sy="114000" algn="ctr" rotWithShape="0">
                <a:schemeClr val="accent1">
                  <a:lumMod val="50000"/>
                  <a:alpha val="2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zh-CN" altLang="en-US" sz="1600" baseline="0">
                <a:solidFill>
                  <a:schemeClr val="accent3"/>
                </a:solidFill>
                <a:latin typeface="Arial" panose="020B0604020202020204" pitchFamily="34" charset="0"/>
              </a:endParaRPr>
            </a:p>
          </p:txBody>
        </p:sp>
        <p:grpSp>
          <p:nvGrpSpPr>
            <p:cNvPr id="9" name="组合 8"/>
            <p:cNvGrpSpPr/>
            <p:nvPr userDrawn="1"/>
          </p:nvGrpSpPr>
          <p:grpSpPr>
            <a:xfrm rot="1322092">
              <a:off x="11233066" y="180644"/>
              <a:ext cx="768591" cy="666134"/>
              <a:chOff x="11216987" y="376430"/>
              <a:chExt cx="768591" cy="666134"/>
            </a:xfrm>
          </p:grpSpPr>
          <p:sp>
            <p:nvSpPr>
              <p:cNvPr id="10" name="等腰三角形 9"/>
              <p:cNvSpPr/>
              <p:nvPr userDrawn="1">
                <p:custDataLst>
                  <p:tags r:id="rId4"/>
                </p:custDataLst>
              </p:nvPr>
            </p:nvSpPr>
            <p:spPr>
              <a:xfrm rot="693652" flipV="1">
                <a:off x="11216987" y="764346"/>
                <a:ext cx="322734" cy="278218"/>
              </a:xfrm>
              <a:prstGeom prst="triangle">
                <a:avLst/>
              </a:prstGeom>
              <a:gradFill flip="none" rotWithShape="1">
                <a:gsLst>
                  <a:gs pos="0">
                    <a:schemeClr val="bg2"/>
                  </a:gs>
                  <a:gs pos="100000">
                    <a:schemeClr val="tx2"/>
                  </a:gs>
                </a:gsLst>
                <a:lin ang="0" scaled="0"/>
                <a:tileRect/>
              </a:gradFill>
              <a:ln>
                <a:noFill/>
              </a:ln>
              <a:effectLst>
                <a:outerShdw blurRad="342900" sx="114000" sy="114000" algn="ctr" rotWithShape="0">
                  <a:schemeClr val="accent1">
                    <a:lumMod val="50000"/>
                    <a:alpha val="2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lvl="0" algn="ctr"/>
                <a:endParaRPr lang="zh-CN" altLang="en-US" sz="1600" baseline="0">
                  <a:solidFill>
                    <a:schemeClr val="accent3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11" name="等腰三角形 10"/>
              <p:cNvSpPr/>
              <p:nvPr userDrawn="1">
                <p:custDataLst>
                  <p:tags r:id="rId5"/>
                </p:custDataLst>
              </p:nvPr>
            </p:nvSpPr>
            <p:spPr>
              <a:xfrm rot="18492899" flipV="1">
                <a:off x="11685102" y="398688"/>
                <a:ext cx="322734" cy="278218"/>
              </a:xfrm>
              <a:prstGeom prst="triangle">
                <a:avLst/>
              </a:prstGeom>
              <a:gradFill flip="none" rotWithShape="1">
                <a:gsLst>
                  <a:gs pos="0">
                    <a:schemeClr val="bg2"/>
                  </a:gs>
                  <a:gs pos="100000">
                    <a:schemeClr val="tx2"/>
                  </a:gs>
                </a:gsLst>
                <a:lin ang="0" scaled="0"/>
                <a:tileRect/>
              </a:gradFill>
              <a:ln>
                <a:noFill/>
              </a:ln>
              <a:effectLst>
                <a:outerShdw blurRad="342900" sx="114000" sy="114000" algn="ctr" rotWithShape="0">
                  <a:schemeClr val="accent1">
                    <a:lumMod val="50000"/>
                    <a:alpha val="2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lvl="0" algn="ctr"/>
                <a:endParaRPr lang="zh-CN" altLang="en-US" sz="1600" baseline="0">
                  <a:solidFill>
                    <a:schemeClr val="accent3"/>
                  </a:solidFill>
                  <a:latin typeface="Arial" panose="020B0604020202020204" pitchFamily="34" charset="0"/>
                </a:endParaRPr>
              </a:p>
            </p:txBody>
          </p:sp>
        </p:grpSp>
      </p:grpSp>
      <p:sp>
        <p:nvSpPr>
          <p:cNvPr id="6" name="矩形 5"/>
          <p:cNvSpPr/>
          <p:nvPr>
            <p:custDataLst>
              <p:tags r:id="rId6"/>
            </p:custDataLst>
          </p:nvPr>
        </p:nvSpPr>
        <p:spPr>
          <a:xfrm>
            <a:off x="1009650" y="850900"/>
            <a:ext cx="10172700" cy="5156200"/>
          </a:xfrm>
          <a:prstGeom prst="rect">
            <a:avLst/>
          </a:prstGeom>
          <a:noFill/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 baseline="0">
              <a:latin typeface="Arial" panose="020B0604020202020204" pitchFamily="34" charset="0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7"/>
            </p:custDataLst>
          </p:nvPr>
        </p:nvSpPr>
        <p:spPr>
          <a:xfrm>
            <a:off x="2726807" y="2146286"/>
            <a:ext cx="6738386" cy="2565428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None/>
              <a:defRPr kumimoji="0" lang="zh-CN" altLang="en-US" sz="6600" b="1" i="0" u="none" strike="noStrike" kern="1200" cap="none" spc="600" normalizeH="0" baseline="0" noProof="1" dirty="0">
                <a:solidFill>
                  <a:schemeClr val="accent1"/>
                </a:solidFill>
                <a:uFillTx/>
                <a:latin typeface="Arial" panose="020B0604020202020204" pitchFamily="34" charset="0"/>
                <a:ea typeface="汉仪旗黑-85S" panose="00020600040101010101" pitchFamily="18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编辑标题</a:t>
            </a:r>
            <a:endParaRPr dirty="0"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8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9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0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通用">
    <p:bg>
      <p:bgPr>
        <a:gradFill>
          <a:gsLst>
            <a:gs pos="0">
              <a:schemeClr val="tx2"/>
            </a:gs>
            <a:gs pos="100000">
              <a:schemeClr val="bg2"/>
            </a:gs>
          </a:gsLst>
          <a:lin ang="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等腰三角形 9"/>
          <p:cNvSpPr/>
          <p:nvPr userDrawn="1">
            <p:custDataLst>
              <p:tags r:id="rId2"/>
            </p:custDataLst>
          </p:nvPr>
        </p:nvSpPr>
        <p:spPr>
          <a:xfrm rot="2315082">
            <a:off x="260985" y="6021705"/>
            <a:ext cx="533400" cy="459740"/>
          </a:xfrm>
          <a:prstGeom prst="triangle">
            <a:avLst/>
          </a:prstGeom>
          <a:gradFill flip="none" rotWithShape="1">
            <a:gsLst>
              <a:gs pos="0">
                <a:schemeClr val="bg2"/>
              </a:gs>
              <a:gs pos="100000">
                <a:schemeClr val="tx2"/>
              </a:gs>
            </a:gsLst>
            <a:lin ang="0" scaled="0"/>
            <a:tileRect/>
          </a:gradFill>
          <a:ln>
            <a:noFill/>
          </a:ln>
          <a:effectLst>
            <a:outerShdw blurRad="342900" sx="114000" sy="114000" algn="ctr" rotWithShape="0">
              <a:schemeClr val="accent1">
                <a:lumMod val="50000"/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600" baseline="0">
              <a:solidFill>
                <a:schemeClr val="accent3"/>
              </a:solidFill>
              <a:latin typeface="Arial" panose="020B0604020202020204" pitchFamily="34" charset="0"/>
            </a:endParaRPr>
          </a:p>
        </p:txBody>
      </p:sp>
      <p:grpSp>
        <p:nvGrpSpPr>
          <p:cNvPr id="11" name="组合 10"/>
          <p:cNvGrpSpPr/>
          <p:nvPr userDrawn="1">
            <p:custDataLst>
              <p:tags r:id="rId3"/>
            </p:custDataLst>
          </p:nvPr>
        </p:nvGrpSpPr>
        <p:grpSpPr>
          <a:xfrm rot="1322092">
            <a:off x="11132185" y="305435"/>
            <a:ext cx="780415" cy="671195"/>
            <a:chOff x="11170458" y="527508"/>
            <a:chExt cx="780362" cy="670898"/>
          </a:xfrm>
        </p:grpSpPr>
        <p:sp>
          <p:nvSpPr>
            <p:cNvPr id="12" name="等腰三角形 11"/>
            <p:cNvSpPr/>
            <p:nvPr userDrawn="1">
              <p:custDataLst>
                <p:tags r:id="rId4"/>
              </p:custDataLst>
            </p:nvPr>
          </p:nvSpPr>
          <p:spPr>
            <a:xfrm rot="693652" flipV="1">
              <a:off x="11170458" y="920188"/>
              <a:ext cx="322734" cy="278218"/>
            </a:xfrm>
            <a:prstGeom prst="triangle">
              <a:avLst/>
            </a:prstGeom>
            <a:gradFill flip="none" rotWithShape="1">
              <a:gsLst>
                <a:gs pos="0">
                  <a:schemeClr val="bg2"/>
                </a:gs>
                <a:gs pos="100000">
                  <a:schemeClr val="tx2"/>
                </a:gs>
              </a:gsLst>
              <a:lin ang="0" scaled="0"/>
              <a:tileRect/>
            </a:gradFill>
            <a:ln>
              <a:noFill/>
            </a:ln>
            <a:effectLst>
              <a:outerShdw blurRad="342900" sx="114000" sy="114000" algn="ctr" rotWithShape="0">
                <a:schemeClr val="accent1">
                  <a:lumMod val="50000"/>
                  <a:alpha val="2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zh-CN" altLang="en-US" sz="1600" baseline="0">
                <a:solidFill>
                  <a:schemeClr val="accent3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3" name="等腰三角形 12"/>
            <p:cNvSpPr/>
            <p:nvPr userDrawn="1">
              <p:custDataLst>
                <p:tags r:id="rId5"/>
              </p:custDataLst>
            </p:nvPr>
          </p:nvSpPr>
          <p:spPr>
            <a:xfrm rot="18492899" flipV="1">
              <a:off x="11650344" y="549766"/>
              <a:ext cx="322734" cy="278218"/>
            </a:xfrm>
            <a:prstGeom prst="triangle">
              <a:avLst/>
            </a:prstGeom>
            <a:gradFill flip="none" rotWithShape="1">
              <a:gsLst>
                <a:gs pos="0">
                  <a:schemeClr val="bg2"/>
                </a:gs>
                <a:gs pos="100000">
                  <a:schemeClr val="tx2"/>
                </a:gs>
              </a:gsLst>
              <a:lin ang="0" scaled="0"/>
              <a:tileRect/>
            </a:gradFill>
            <a:ln>
              <a:noFill/>
            </a:ln>
            <a:effectLst>
              <a:outerShdw blurRad="342900" sx="114000" sy="114000" algn="ctr" rotWithShape="0">
                <a:schemeClr val="accent1">
                  <a:lumMod val="50000"/>
                  <a:alpha val="2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zh-CN" altLang="en-US" sz="1600" baseline="0">
                <a:solidFill>
                  <a:schemeClr val="accent3"/>
                </a:solidFill>
                <a:latin typeface="Arial" panose="020B0604020202020204" pitchFamily="34" charset="0"/>
              </a:endParaRPr>
            </a:p>
          </p:txBody>
        </p:sp>
      </p:grpSp>
      <p:sp>
        <p:nvSpPr>
          <p:cNvPr id="2" name="标题 1"/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相框">
    <p:bg>
      <p:bgPr>
        <a:gradFill>
          <a:gsLst>
            <a:gs pos="0">
              <a:schemeClr val="tx2"/>
            </a:gs>
            <a:gs pos="100000">
              <a:schemeClr val="bg2"/>
            </a:gs>
          </a:gsLst>
          <a:lin ang="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 userDrawn="1">
            <p:custDataLst>
              <p:tags r:id="rId2"/>
            </p:custDataLst>
          </p:nvPr>
        </p:nvSpPr>
        <p:spPr>
          <a:xfrm>
            <a:off x="304800" y="304800"/>
            <a:ext cx="11582400" cy="6248400"/>
          </a:xfrm>
          <a:prstGeom prst="rect">
            <a:avLst/>
          </a:prstGeom>
          <a:gradFill flip="none" rotWithShape="1">
            <a:gsLst>
              <a:gs pos="40000">
                <a:schemeClr val="bg2"/>
              </a:gs>
              <a:gs pos="92000">
                <a:schemeClr val="tx2"/>
              </a:gs>
            </a:gsLst>
            <a:lin ang="2700000" scaled="0"/>
            <a:tileRect/>
          </a:gradFill>
          <a:ln>
            <a:noFill/>
          </a:ln>
          <a:effectLst>
            <a:outerShdw blurRad="342900" sx="106000" sy="106000" algn="ctr" rotWithShape="0">
              <a:schemeClr val="tx1">
                <a:alpha val="1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600" baseline="0" dirty="0">
              <a:solidFill>
                <a:schemeClr val="accent3"/>
              </a:solidFill>
              <a:latin typeface="Arial" panose="020B0604020202020204" pitchFamily="34" charset="0"/>
            </a:endParaRPr>
          </a:p>
        </p:txBody>
      </p:sp>
      <p:sp>
        <p:nvSpPr>
          <p:cNvPr id="11" name="等腰三角形 10"/>
          <p:cNvSpPr/>
          <p:nvPr userDrawn="1">
            <p:custDataLst>
              <p:tags r:id="rId3"/>
            </p:custDataLst>
          </p:nvPr>
        </p:nvSpPr>
        <p:spPr>
          <a:xfrm rot="2315082">
            <a:off x="260985" y="6021705"/>
            <a:ext cx="533400" cy="459740"/>
          </a:xfrm>
          <a:prstGeom prst="triangle">
            <a:avLst/>
          </a:prstGeom>
          <a:gradFill flip="none" rotWithShape="1">
            <a:gsLst>
              <a:gs pos="0">
                <a:schemeClr val="bg2"/>
              </a:gs>
              <a:gs pos="100000">
                <a:schemeClr val="tx2"/>
              </a:gs>
            </a:gsLst>
            <a:lin ang="0" scaled="0"/>
            <a:tileRect/>
          </a:gradFill>
          <a:ln>
            <a:noFill/>
          </a:ln>
          <a:effectLst>
            <a:outerShdw blurRad="342900" sx="114000" sy="114000" algn="ctr" rotWithShape="0">
              <a:schemeClr val="accent1">
                <a:lumMod val="50000"/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600" baseline="0">
              <a:solidFill>
                <a:schemeClr val="accent3"/>
              </a:solidFill>
              <a:latin typeface="Arial" panose="020B0604020202020204" pitchFamily="34" charset="0"/>
            </a:endParaRPr>
          </a:p>
        </p:txBody>
      </p:sp>
      <p:sp>
        <p:nvSpPr>
          <p:cNvPr id="13" name="等腰三角形 12"/>
          <p:cNvSpPr/>
          <p:nvPr userDrawn="1">
            <p:custDataLst>
              <p:tags r:id="rId4"/>
            </p:custDataLst>
          </p:nvPr>
        </p:nvSpPr>
        <p:spPr>
          <a:xfrm rot="2015744" flipV="1">
            <a:off x="11265535" y="597535"/>
            <a:ext cx="322580" cy="278130"/>
          </a:xfrm>
          <a:prstGeom prst="triangle">
            <a:avLst/>
          </a:prstGeom>
          <a:gradFill flip="none" rotWithShape="1">
            <a:gsLst>
              <a:gs pos="0">
                <a:schemeClr val="bg2"/>
              </a:gs>
              <a:gs pos="100000">
                <a:schemeClr val="tx2"/>
              </a:gs>
            </a:gsLst>
            <a:lin ang="0" scaled="0"/>
            <a:tileRect/>
          </a:gradFill>
          <a:ln>
            <a:noFill/>
          </a:ln>
          <a:effectLst>
            <a:outerShdw blurRad="342900" sx="114000" sy="114000" algn="ctr" rotWithShape="0">
              <a:schemeClr val="accent1">
                <a:lumMod val="50000"/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600" baseline="0">
              <a:solidFill>
                <a:schemeClr val="accent3"/>
              </a:solidFill>
              <a:latin typeface="Arial" panose="020B0604020202020204" pitchFamily="34" charset="0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281600" y="1249200"/>
            <a:ext cx="9626400" cy="723600"/>
          </a:xfrm>
        </p:spPr>
        <p:txBody>
          <a:bodyPr anchor="ctr"/>
          <a:lstStyle>
            <a:lvl1pPr>
              <a:defRPr sz="3200" baseline="0"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6"/>
            </p:custDataLst>
          </p:nvPr>
        </p:nvSpPr>
        <p:spPr>
          <a:xfrm>
            <a:off x="1281113" y="2163600"/>
            <a:ext cx="9626600" cy="3445200"/>
          </a:xfrm>
        </p:spPr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>
              <a:defRPr baseline="0"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>
              <a:defRPr baseline="0"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>
              <a:defRPr baseline="0"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>
              <a:defRPr baseline="0"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左右">
    <p:bg>
      <p:bgPr>
        <a:gradFill>
          <a:gsLst>
            <a:gs pos="0">
              <a:schemeClr val="tx2"/>
            </a:gs>
            <a:gs pos="100000">
              <a:schemeClr val="bg2"/>
            </a:gs>
          </a:gsLst>
          <a:lin ang="24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>
            <p:custDataLst>
              <p:tags r:id="rId2"/>
            </p:custDataLst>
          </p:nvPr>
        </p:nvSpPr>
        <p:spPr>
          <a:xfrm>
            <a:off x="0" y="1"/>
            <a:ext cx="4823460" cy="6858000"/>
          </a:xfrm>
          <a:prstGeom prst="rect">
            <a:avLst/>
          </a:prstGeom>
          <a:gradFill>
            <a:gsLst>
              <a:gs pos="0">
                <a:schemeClr val="bg2"/>
              </a:gs>
              <a:gs pos="100000">
                <a:schemeClr val="tx2"/>
              </a:gs>
            </a:gsLst>
            <a:lin ang="2700000" scaled="0"/>
          </a:gradFill>
          <a:ln>
            <a:noFill/>
          </a:ln>
          <a:effectLst>
            <a:outerShdw blurRad="342900" sx="106000" sy="106000" algn="ctr" rotWithShape="0">
              <a:schemeClr val="tx1">
                <a:alpha val="1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altLang="zh-CN" sz="1600" baseline="0" dirty="0">
              <a:solidFill>
                <a:schemeClr val="accent3"/>
              </a:solidFill>
              <a:latin typeface="Arial" panose="020B0604020202020204" pitchFamily="34" charset="0"/>
              <a:sym typeface="+mn-ea"/>
            </a:endParaRPr>
          </a:p>
        </p:txBody>
      </p:sp>
      <p:sp>
        <p:nvSpPr>
          <p:cNvPr id="18" name="等腰三角形 17"/>
          <p:cNvSpPr/>
          <p:nvPr userDrawn="1">
            <p:custDataLst>
              <p:tags r:id="rId3"/>
            </p:custDataLst>
          </p:nvPr>
        </p:nvSpPr>
        <p:spPr>
          <a:xfrm rot="2315082">
            <a:off x="260985" y="6021705"/>
            <a:ext cx="533400" cy="459740"/>
          </a:xfrm>
          <a:prstGeom prst="triangle">
            <a:avLst/>
          </a:prstGeom>
          <a:gradFill flip="none" rotWithShape="1">
            <a:gsLst>
              <a:gs pos="0">
                <a:schemeClr val="bg2"/>
              </a:gs>
              <a:gs pos="100000">
                <a:schemeClr val="tx2"/>
              </a:gs>
            </a:gsLst>
            <a:lin ang="0" scaled="0"/>
            <a:tileRect/>
          </a:gradFill>
          <a:ln>
            <a:noFill/>
          </a:ln>
          <a:effectLst>
            <a:outerShdw blurRad="342900" sx="114000" sy="114000" algn="ctr" rotWithShape="0">
              <a:schemeClr val="accent1">
                <a:lumMod val="50000"/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600" baseline="0">
              <a:solidFill>
                <a:schemeClr val="accent3"/>
              </a:solidFill>
              <a:latin typeface="Arial" panose="020B0604020202020204" pitchFamily="34" charset="0"/>
            </a:endParaRPr>
          </a:p>
        </p:txBody>
      </p:sp>
      <p:grpSp>
        <p:nvGrpSpPr>
          <p:cNvPr id="19" name="组合 18"/>
          <p:cNvGrpSpPr/>
          <p:nvPr userDrawn="1">
            <p:custDataLst>
              <p:tags r:id="rId4"/>
            </p:custDataLst>
          </p:nvPr>
        </p:nvGrpSpPr>
        <p:grpSpPr>
          <a:xfrm rot="1322092">
            <a:off x="11132185" y="305435"/>
            <a:ext cx="780415" cy="671195"/>
            <a:chOff x="11170458" y="527508"/>
            <a:chExt cx="780362" cy="670898"/>
          </a:xfrm>
        </p:grpSpPr>
        <p:sp>
          <p:nvSpPr>
            <p:cNvPr id="20" name="等腰三角形 19"/>
            <p:cNvSpPr/>
            <p:nvPr userDrawn="1">
              <p:custDataLst>
                <p:tags r:id="rId5"/>
              </p:custDataLst>
            </p:nvPr>
          </p:nvSpPr>
          <p:spPr>
            <a:xfrm rot="693652" flipV="1">
              <a:off x="11170458" y="920188"/>
              <a:ext cx="322734" cy="278218"/>
            </a:xfrm>
            <a:prstGeom prst="triangle">
              <a:avLst/>
            </a:prstGeom>
            <a:gradFill flip="none" rotWithShape="1">
              <a:gsLst>
                <a:gs pos="0">
                  <a:schemeClr val="bg2"/>
                </a:gs>
                <a:gs pos="100000">
                  <a:schemeClr val="tx2"/>
                </a:gs>
              </a:gsLst>
              <a:lin ang="0" scaled="0"/>
              <a:tileRect/>
            </a:gradFill>
            <a:ln>
              <a:noFill/>
            </a:ln>
            <a:effectLst>
              <a:outerShdw blurRad="342900" sx="114000" sy="114000" algn="ctr" rotWithShape="0">
                <a:schemeClr val="accent1">
                  <a:lumMod val="50000"/>
                  <a:alpha val="2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zh-CN" altLang="en-US" sz="1600" baseline="0">
                <a:solidFill>
                  <a:schemeClr val="accent3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21" name="等腰三角形 20"/>
            <p:cNvSpPr/>
            <p:nvPr userDrawn="1">
              <p:custDataLst>
                <p:tags r:id="rId6"/>
              </p:custDataLst>
            </p:nvPr>
          </p:nvSpPr>
          <p:spPr>
            <a:xfrm rot="18492899" flipV="1">
              <a:off x="11650344" y="549766"/>
              <a:ext cx="322734" cy="278218"/>
            </a:xfrm>
            <a:prstGeom prst="triangle">
              <a:avLst/>
            </a:prstGeom>
            <a:gradFill flip="none" rotWithShape="1">
              <a:gsLst>
                <a:gs pos="0">
                  <a:schemeClr val="bg2"/>
                </a:gs>
                <a:gs pos="100000">
                  <a:schemeClr val="tx2"/>
                </a:gs>
              </a:gsLst>
              <a:lin ang="0" scaled="0"/>
              <a:tileRect/>
            </a:gradFill>
            <a:ln>
              <a:noFill/>
            </a:ln>
            <a:effectLst>
              <a:outerShdw blurRad="342900" sx="114000" sy="114000" algn="ctr" rotWithShape="0">
                <a:schemeClr val="accent1">
                  <a:lumMod val="50000"/>
                  <a:alpha val="2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zh-CN" altLang="en-US" sz="1600" baseline="0">
                <a:solidFill>
                  <a:schemeClr val="accent3"/>
                </a:solidFill>
                <a:latin typeface="Arial" panose="020B0604020202020204" pitchFamily="34" charset="0"/>
              </a:endParaRPr>
            </a:p>
          </p:txBody>
        </p:sp>
      </p:grp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7"/>
            </p:custDataLst>
          </p:nvPr>
        </p:nvSpPr>
        <p:spPr>
          <a:xfrm>
            <a:off x="583200" y="770400"/>
            <a:ext cx="3960000" cy="882000"/>
          </a:xfrm>
        </p:spPr>
        <p:txBody>
          <a:bodyPr anchor="ctr"/>
          <a:lstStyle>
            <a:lvl1pPr>
              <a:defRPr sz="3600" baseline="0"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单击编辑标题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8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9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0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11"/>
            </p:custDataLst>
          </p:nvPr>
        </p:nvSpPr>
        <p:spPr>
          <a:xfrm>
            <a:off x="586800" y="1764000"/>
            <a:ext cx="3956400" cy="4093200"/>
          </a:xfrm>
        </p:spPr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>
              <a:defRPr baseline="0"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>
              <a:defRPr baseline="0"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>
              <a:defRPr baseline="0"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>
              <a:defRPr baseline="0"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12"/>
            </p:custDataLst>
          </p:nvPr>
        </p:nvSpPr>
        <p:spPr>
          <a:xfrm>
            <a:off x="5101200" y="769938"/>
            <a:ext cx="6480000" cy="5087937"/>
          </a:xfrm>
        </p:spPr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>
              <a:defRPr baseline="0"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>
              <a:defRPr baseline="0"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>
              <a:defRPr baseline="0"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>
              <a:defRPr baseline="0"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上下">
    <p:bg>
      <p:bgPr>
        <a:gradFill>
          <a:gsLst>
            <a:gs pos="0">
              <a:schemeClr val="tx2"/>
            </a:gs>
            <a:gs pos="100000">
              <a:schemeClr val="bg2"/>
            </a:gs>
          </a:gsLst>
          <a:lin ang="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2000" cy="2664000"/>
          </a:xfrm>
          <a:prstGeom prst="rect">
            <a:avLst/>
          </a:prstGeom>
          <a:gradFill flip="none" rotWithShape="1">
            <a:gsLst>
              <a:gs pos="40000">
                <a:schemeClr val="bg2"/>
              </a:gs>
              <a:gs pos="92000">
                <a:schemeClr val="tx2"/>
              </a:gs>
            </a:gsLst>
            <a:lin ang="2700000" scaled="0"/>
            <a:tileRect/>
          </a:gradFill>
          <a:ln>
            <a:noFill/>
          </a:ln>
          <a:effectLst>
            <a:outerShdw blurRad="342900" sx="106000" sy="106000" algn="ctr" rotWithShape="0">
              <a:schemeClr val="tx1">
                <a:alpha val="1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altLang="zh-CN" sz="1600" baseline="0">
              <a:solidFill>
                <a:schemeClr val="accent3"/>
              </a:solidFill>
              <a:latin typeface="Arial" panose="020B0604020202020204" pitchFamily="34" charset="0"/>
              <a:sym typeface="+mn-ea"/>
            </a:endParaRPr>
          </a:p>
        </p:txBody>
      </p:sp>
      <p:sp>
        <p:nvSpPr>
          <p:cNvPr id="16" name="等腰三角形 15"/>
          <p:cNvSpPr/>
          <p:nvPr userDrawn="1">
            <p:custDataLst>
              <p:tags r:id="rId3"/>
            </p:custDataLst>
          </p:nvPr>
        </p:nvSpPr>
        <p:spPr>
          <a:xfrm rot="2315082">
            <a:off x="260985" y="6021705"/>
            <a:ext cx="533400" cy="459740"/>
          </a:xfrm>
          <a:prstGeom prst="triangle">
            <a:avLst/>
          </a:prstGeom>
          <a:gradFill flip="none" rotWithShape="1">
            <a:gsLst>
              <a:gs pos="0">
                <a:schemeClr val="bg2"/>
              </a:gs>
              <a:gs pos="100000">
                <a:schemeClr val="tx2"/>
              </a:gs>
            </a:gsLst>
            <a:lin ang="0" scaled="0"/>
            <a:tileRect/>
          </a:gradFill>
          <a:ln>
            <a:noFill/>
          </a:ln>
          <a:effectLst>
            <a:outerShdw blurRad="342900" sx="114000" sy="114000" algn="ctr" rotWithShape="0">
              <a:schemeClr val="accent1">
                <a:lumMod val="50000"/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600" baseline="0">
              <a:solidFill>
                <a:schemeClr val="accent3"/>
              </a:solidFill>
              <a:latin typeface="Arial" panose="020B0604020202020204" pitchFamily="34" charset="0"/>
            </a:endParaRPr>
          </a:p>
        </p:txBody>
      </p:sp>
      <p:grpSp>
        <p:nvGrpSpPr>
          <p:cNvPr id="17" name="组合 16"/>
          <p:cNvGrpSpPr/>
          <p:nvPr userDrawn="1">
            <p:custDataLst>
              <p:tags r:id="rId4"/>
            </p:custDataLst>
          </p:nvPr>
        </p:nvGrpSpPr>
        <p:grpSpPr>
          <a:xfrm rot="1322092">
            <a:off x="11132185" y="305435"/>
            <a:ext cx="780415" cy="671195"/>
            <a:chOff x="11170458" y="527508"/>
            <a:chExt cx="780362" cy="670898"/>
          </a:xfrm>
        </p:grpSpPr>
        <p:sp>
          <p:nvSpPr>
            <p:cNvPr id="18" name="等腰三角形 17"/>
            <p:cNvSpPr/>
            <p:nvPr userDrawn="1">
              <p:custDataLst>
                <p:tags r:id="rId5"/>
              </p:custDataLst>
            </p:nvPr>
          </p:nvSpPr>
          <p:spPr>
            <a:xfrm rot="693652" flipV="1">
              <a:off x="11170458" y="920188"/>
              <a:ext cx="322734" cy="278218"/>
            </a:xfrm>
            <a:prstGeom prst="triangle">
              <a:avLst/>
            </a:prstGeom>
            <a:gradFill flip="none" rotWithShape="1">
              <a:gsLst>
                <a:gs pos="0">
                  <a:schemeClr val="bg2"/>
                </a:gs>
                <a:gs pos="100000">
                  <a:schemeClr val="tx2"/>
                </a:gs>
              </a:gsLst>
              <a:lin ang="0" scaled="0"/>
              <a:tileRect/>
            </a:gradFill>
            <a:ln>
              <a:noFill/>
            </a:ln>
            <a:effectLst>
              <a:outerShdw blurRad="342900" sx="114000" sy="114000" algn="ctr" rotWithShape="0">
                <a:schemeClr val="accent1">
                  <a:lumMod val="50000"/>
                  <a:alpha val="2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zh-CN" altLang="en-US" sz="1600" baseline="0">
                <a:solidFill>
                  <a:schemeClr val="accent3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9" name="等腰三角形 18"/>
            <p:cNvSpPr/>
            <p:nvPr userDrawn="1">
              <p:custDataLst>
                <p:tags r:id="rId6"/>
              </p:custDataLst>
            </p:nvPr>
          </p:nvSpPr>
          <p:spPr>
            <a:xfrm rot="18492899" flipV="1">
              <a:off x="11650344" y="549766"/>
              <a:ext cx="322734" cy="278218"/>
            </a:xfrm>
            <a:prstGeom prst="triangle">
              <a:avLst/>
            </a:prstGeom>
            <a:gradFill flip="none" rotWithShape="1">
              <a:gsLst>
                <a:gs pos="0">
                  <a:schemeClr val="bg2"/>
                </a:gs>
                <a:gs pos="100000">
                  <a:schemeClr val="tx2"/>
                </a:gs>
              </a:gsLst>
              <a:lin ang="0" scaled="0"/>
              <a:tileRect/>
            </a:gradFill>
            <a:ln>
              <a:noFill/>
            </a:ln>
            <a:effectLst>
              <a:outerShdw blurRad="342900" sx="114000" sy="114000" algn="ctr" rotWithShape="0">
                <a:schemeClr val="accent1">
                  <a:lumMod val="50000"/>
                  <a:alpha val="2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zh-CN" altLang="en-US" sz="1600" baseline="0">
                <a:solidFill>
                  <a:schemeClr val="accent3"/>
                </a:solidFill>
                <a:latin typeface="Arial" panose="020B0604020202020204" pitchFamily="34" charset="0"/>
              </a:endParaRPr>
            </a:p>
          </p:txBody>
        </p:sp>
      </p:grpSp>
      <p:sp>
        <p:nvSpPr>
          <p:cNvPr id="2" name="标题 1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>
          <a:xfrm>
            <a:off x="612000" y="781200"/>
            <a:ext cx="10976400" cy="626400"/>
          </a:xfrm>
        </p:spPr>
        <p:txBody>
          <a:bodyPr anchor="ctr"/>
          <a:lstStyle>
            <a:lvl1pPr algn="ctr">
              <a:defRPr sz="3600" baseline="0"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8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9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0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11"/>
            </p:custDataLst>
          </p:nvPr>
        </p:nvSpPr>
        <p:spPr>
          <a:xfrm>
            <a:off x="612000" y="1659600"/>
            <a:ext cx="10975975" cy="828000"/>
          </a:xfrm>
        </p:spPr>
        <p:txBody>
          <a:bodyPr/>
          <a:lstStyle>
            <a:lvl1pPr algn="ctr">
              <a:defRPr baseline="0"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12"/>
            </p:custDataLst>
          </p:nvPr>
        </p:nvSpPr>
        <p:spPr>
          <a:xfrm>
            <a:off x="612775" y="2808000"/>
            <a:ext cx="10965600" cy="3430800"/>
          </a:xfrm>
        </p:spPr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>
              <a:defRPr baseline="0"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>
              <a:defRPr baseline="0"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>
              <a:defRPr baseline="0"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>
              <a:defRPr baseline="0"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下上">
    <p:bg>
      <p:bgPr>
        <a:gradFill>
          <a:gsLst>
            <a:gs pos="0">
              <a:schemeClr val="tx2"/>
            </a:gs>
            <a:gs pos="100000">
              <a:schemeClr val="bg2"/>
            </a:gs>
          </a:gsLst>
          <a:lin ang="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>
            <p:custDataLst>
              <p:tags r:id="rId2"/>
            </p:custDataLst>
          </p:nvPr>
        </p:nvSpPr>
        <p:spPr>
          <a:xfrm>
            <a:off x="0" y="5029201"/>
            <a:ext cx="12192000" cy="1828799"/>
          </a:xfrm>
          <a:prstGeom prst="rect">
            <a:avLst/>
          </a:prstGeom>
          <a:gradFill flip="none" rotWithShape="1">
            <a:gsLst>
              <a:gs pos="40000">
                <a:schemeClr val="bg2"/>
              </a:gs>
              <a:gs pos="92000">
                <a:schemeClr val="tx2"/>
              </a:gs>
            </a:gsLst>
            <a:lin ang="2700000" scaled="0"/>
            <a:tileRect/>
          </a:gradFill>
          <a:ln>
            <a:noFill/>
          </a:ln>
          <a:effectLst>
            <a:outerShdw blurRad="342900" sx="106000" sy="106000" algn="ctr" rotWithShape="0">
              <a:schemeClr val="tx1">
                <a:alpha val="1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altLang="zh-CN" sz="1600" baseline="0">
              <a:solidFill>
                <a:schemeClr val="accent3"/>
              </a:solidFill>
              <a:latin typeface="Arial" panose="020B0604020202020204" pitchFamily="34" charset="0"/>
              <a:sym typeface="+mn-ea"/>
            </a:endParaRPr>
          </a:p>
        </p:txBody>
      </p:sp>
      <p:sp>
        <p:nvSpPr>
          <p:cNvPr id="17" name="等腰三角形 16"/>
          <p:cNvSpPr/>
          <p:nvPr userDrawn="1">
            <p:custDataLst>
              <p:tags r:id="rId3"/>
            </p:custDataLst>
          </p:nvPr>
        </p:nvSpPr>
        <p:spPr>
          <a:xfrm rot="2315082">
            <a:off x="260985" y="6021705"/>
            <a:ext cx="533400" cy="459740"/>
          </a:xfrm>
          <a:prstGeom prst="triangle">
            <a:avLst/>
          </a:prstGeom>
          <a:gradFill flip="none" rotWithShape="1">
            <a:gsLst>
              <a:gs pos="0">
                <a:schemeClr val="bg2"/>
              </a:gs>
              <a:gs pos="100000">
                <a:schemeClr val="tx2"/>
              </a:gs>
            </a:gsLst>
            <a:lin ang="0" scaled="0"/>
            <a:tileRect/>
          </a:gradFill>
          <a:ln>
            <a:noFill/>
          </a:ln>
          <a:effectLst>
            <a:outerShdw blurRad="342900" sx="114000" sy="114000" algn="ctr" rotWithShape="0">
              <a:schemeClr val="accent1">
                <a:lumMod val="50000"/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600" baseline="0">
              <a:solidFill>
                <a:schemeClr val="accent3"/>
              </a:solidFill>
              <a:latin typeface="Arial" panose="020B0604020202020204" pitchFamily="34" charset="0"/>
            </a:endParaRPr>
          </a:p>
        </p:txBody>
      </p:sp>
      <p:grpSp>
        <p:nvGrpSpPr>
          <p:cNvPr id="18" name="组合 17"/>
          <p:cNvGrpSpPr/>
          <p:nvPr userDrawn="1">
            <p:custDataLst>
              <p:tags r:id="rId4"/>
            </p:custDataLst>
          </p:nvPr>
        </p:nvGrpSpPr>
        <p:grpSpPr>
          <a:xfrm rot="1322092">
            <a:off x="11132185" y="305435"/>
            <a:ext cx="780415" cy="671195"/>
            <a:chOff x="11170458" y="527508"/>
            <a:chExt cx="780362" cy="670898"/>
          </a:xfrm>
        </p:grpSpPr>
        <p:sp>
          <p:nvSpPr>
            <p:cNvPr id="19" name="等腰三角形 18"/>
            <p:cNvSpPr/>
            <p:nvPr userDrawn="1">
              <p:custDataLst>
                <p:tags r:id="rId5"/>
              </p:custDataLst>
            </p:nvPr>
          </p:nvSpPr>
          <p:spPr>
            <a:xfrm rot="693652" flipV="1">
              <a:off x="11170458" y="920188"/>
              <a:ext cx="322734" cy="278218"/>
            </a:xfrm>
            <a:prstGeom prst="triangle">
              <a:avLst/>
            </a:prstGeom>
            <a:gradFill flip="none" rotWithShape="1">
              <a:gsLst>
                <a:gs pos="0">
                  <a:schemeClr val="bg2"/>
                </a:gs>
                <a:gs pos="100000">
                  <a:schemeClr val="tx2"/>
                </a:gs>
              </a:gsLst>
              <a:lin ang="0" scaled="0"/>
              <a:tileRect/>
            </a:gradFill>
            <a:ln>
              <a:noFill/>
            </a:ln>
            <a:effectLst>
              <a:outerShdw blurRad="342900" sx="114000" sy="114000" algn="ctr" rotWithShape="0">
                <a:schemeClr val="accent1">
                  <a:lumMod val="50000"/>
                  <a:alpha val="2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zh-CN" altLang="en-US" sz="1600" baseline="0">
                <a:solidFill>
                  <a:schemeClr val="accent3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20" name="等腰三角形 19"/>
            <p:cNvSpPr/>
            <p:nvPr userDrawn="1">
              <p:custDataLst>
                <p:tags r:id="rId6"/>
              </p:custDataLst>
            </p:nvPr>
          </p:nvSpPr>
          <p:spPr>
            <a:xfrm rot="18492899" flipV="1">
              <a:off x="11650344" y="549766"/>
              <a:ext cx="322734" cy="278218"/>
            </a:xfrm>
            <a:prstGeom prst="triangle">
              <a:avLst/>
            </a:prstGeom>
            <a:gradFill flip="none" rotWithShape="1">
              <a:gsLst>
                <a:gs pos="0">
                  <a:schemeClr val="bg2"/>
                </a:gs>
                <a:gs pos="100000">
                  <a:schemeClr val="tx2"/>
                </a:gs>
              </a:gsLst>
              <a:lin ang="0" scaled="0"/>
              <a:tileRect/>
            </a:gradFill>
            <a:ln>
              <a:noFill/>
            </a:ln>
            <a:effectLst>
              <a:outerShdw blurRad="342900" sx="114000" sy="114000" algn="ctr" rotWithShape="0">
                <a:schemeClr val="accent1">
                  <a:lumMod val="50000"/>
                  <a:alpha val="2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zh-CN" altLang="en-US" sz="1600" baseline="0">
                <a:solidFill>
                  <a:schemeClr val="accent3"/>
                </a:solidFill>
                <a:latin typeface="Arial" panose="020B0604020202020204" pitchFamily="34" charset="0"/>
              </a:endParaRPr>
            </a:p>
          </p:txBody>
        </p:sp>
      </p:grpSp>
      <p:sp>
        <p:nvSpPr>
          <p:cNvPr id="2" name="标题 1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>
          <a:xfrm>
            <a:off x="604800" y="669600"/>
            <a:ext cx="10976400" cy="565200"/>
          </a:xfrm>
        </p:spPr>
        <p:txBody>
          <a:bodyPr anchor="ctr"/>
          <a:lstStyle>
            <a:lvl1pPr algn="ctr">
              <a:defRPr sz="3200" baseline="0"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8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9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0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11"/>
            </p:custDataLst>
          </p:nvPr>
        </p:nvSpPr>
        <p:spPr>
          <a:xfrm>
            <a:off x="604837" y="1681200"/>
            <a:ext cx="10990800" cy="3211200"/>
          </a:xfrm>
        </p:spPr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>
              <a:defRPr baseline="0"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>
              <a:defRPr baseline="0"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>
              <a:defRPr baseline="0"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>
              <a:defRPr baseline="0"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9" name="文本占位符 8"/>
          <p:cNvSpPr>
            <a:spLocks noGrp="1"/>
          </p:cNvSpPr>
          <p:nvPr>
            <p:ph type="body" sz="quarter" idx="14"/>
            <p:custDataLst>
              <p:tags r:id="rId12"/>
            </p:custDataLst>
          </p:nvPr>
        </p:nvSpPr>
        <p:spPr>
          <a:xfrm>
            <a:off x="594000" y="5180400"/>
            <a:ext cx="11001600" cy="1011600"/>
          </a:xfrm>
        </p:spPr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导航">
    <p:bg>
      <p:bgPr>
        <a:gradFill>
          <a:gsLst>
            <a:gs pos="0">
              <a:schemeClr val="tx2"/>
            </a:gs>
            <a:gs pos="100000">
              <a:schemeClr val="bg2"/>
            </a:gs>
          </a:gsLst>
          <a:lin ang="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2000" cy="914400"/>
          </a:xfrm>
          <a:prstGeom prst="rect">
            <a:avLst/>
          </a:prstGeom>
          <a:gradFill>
            <a:gsLst>
              <a:gs pos="100000">
                <a:schemeClr val="tx2"/>
              </a:gs>
              <a:gs pos="53000">
                <a:schemeClr val="bg2"/>
              </a:gs>
            </a:gsLst>
            <a:lin ang="0" scaled="1"/>
          </a:gradFill>
          <a:ln>
            <a:noFill/>
          </a:ln>
          <a:effectLst>
            <a:outerShdw blurRad="342900" sx="106000" sy="106000" algn="ctr" rotWithShape="0">
              <a:schemeClr val="tx1">
                <a:alpha val="1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altLang="zh-CN" sz="1600" baseline="0">
              <a:solidFill>
                <a:schemeClr val="accent3"/>
              </a:solidFill>
              <a:latin typeface="Arial" panose="020B0604020202020204" pitchFamily="34" charset="0"/>
              <a:sym typeface="+mn-ea"/>
            </a:endParaRPr>
          </a:p>
        </p:txBody>
      </p:sp>
      <p:sp>
        <p:nvSpPr>
          <p:cNvPr id="19" name="等腰三角形 18"/>
          <p:cNvSpPr/>
          <p:nvPr userDrawn="1">
            <p:custDataLst>
              <p:tags r:id="rId3"/>
            </p:custDataLst>
          </p:nvPr>
        </p:nvSpPr>
        <p:spPr>
          <a:xfrm rot="2315082">
            <a:off x="260985" y="6021705"/>
            <a:ext cx="533400" cy="459740"/>
          </a:xfrm>
          <a:prstGeom prst="triangle">
            <a:avLst/>
          </a:prstGeom>
          <a:gradFill flip="none" rotWithShape="1">
            <a:gsLst>
              <a:gs pos="0">
                <a:schemeClr val="bg2"/>
              </a:gs>
              <a:gs pos="100000">
                <a:schemeClr val="tx2"/>
              </a:gs>
            </a:gsLst>
            <a:lin ang="0" scaled="0"/>
            <a:tileRect/>
          </a:gradFill>
          <a:ln>
            <a:noFill/>
          </a:ln>
          <a:effectLst>
            <a:outerShdw blurRad="342900" sx="114000" sy="114000" algn="ctr" rotWithShape="0">
              <a:schemeClr val="accent1">
                <a:lumMod val="50000"/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600" baseline="0">
              <a:solidFill>
                <a:schemeClr val="accent3"/>
              </a:solidFill>
              <a:latin typeface="Arial" panose="020B0604020202020204" pitchFamily="34" charset="0"/>
            </a:endParaRPr>
          </a:p>
        </p:txBody>
      </p:sp>
      <p:grpSp>
        <p:nvGrpSpPr>
          <p:cNvPr id="20" name="组合 19"/>
          <p:cNvGrpSpPr/>
          <p:nvPr userDrawn="1">
            <p:custDataLst>
              <p:tags r:id="rId4"/>
            </p:custDataLst>
          </p:nvPr>
        </p:nvGrpSpPr>
        <p:grpSpPr>
          <a:xfrm rot="1322092">
            <a:off x="11132185" y="305435"/>
            <a:ext cx="780415" cy="671195"/>
            <a:chOff x="11170458" y="527508"/>
            <a:chExt cx="780362" cy="670898"/>
          </a:xfrm>
        </p:grpSpPr>
        <p:sp>
          <p:nvSpPr>
            <p:cNvPr id="21" name="等腰三角形 20"/>
            <p:cNvSpPr/>
            <p:nvPr userDrawn="1">
              <p:custDataLst>
                <p:tags r:id="rId5"/>
              </p:custDataLst>
            </p:nvPr>
          </p:nvSpPr>
          <p:spPr>
            <a:xfrm rot="693652" flipV="1">
              <a:off x="11170458" y="920188"/>
              <a:ext cx="322734" cy="278218"/>
            </a:xfrm>
            <a:prstGeom prst="triangle">
              <a:avLst/>
            </a:prstGeom>
            <a:gradFill flip="none" rotWithShape="1">
              <a:gsLst>
                <a:gs pos="0">
                  <a:schemeClr val="bg2"/>
                </a:gs>
                <a:gs pos="100000">
                  <a:schemeClr val="tx2"/>
                </a:gs>
              </a:gsLst>
              <a:lin ang="0" scaled="0"/>
              <a:tileRect/>
            </a:gradFill>
            <a:ln>
              <a:noFill/>
            </a:ln>
            <a:effectLst>
              <a:outerShdw blurRad="342900" sx="114000" sy="114000" algn="ctr" rotWithShape="0">
                <a:schemeClr val="accent1">
                  <a:lumMod val="50000"/>
                  <a:alpha val="2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zh-CN" altLang="en-US" sz="1600" baseline="0">
                <a:solidFill>
                  <a:schemeClr val="accent3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22" name="等腰三角形 21"/>
            <p:cNvSpPr/>
            <p:nvPr userDrawn="1">
              <p:custDataLst>
                <p:tags r:id="rId6"/>
              </p:custDataLst>
            </p:nvPr>
          </p:nvSpPr>
          <p:spPr>
            <a:xfrm rot="18492899" flipV="1">
              <a:off x="11650344" y="549766"/>
              <a:ext cx="322734" cy="278218"/>
            </a:xfrm>
            <a:prstGeom prst="triangle">
              <a:avLst/>
            </a:prstGeom>
            <a:gradFill flip="none" rotWithShape="1">
              <a:gsLst>
                <a:gs pos="0">
                  <a:schemeClr val="bg2"/>
                </a:gs>
                <a:gs pos="100000">
                  <a:schemeClr val="tx2"/>
                </a:gs>
              </a:gsLst>
              <a:lin ang="0" scaled="0"/>
              <a:tileRect/>
            </a:gradFill>
            <a:ln>
              <a:noFill/>
            </a:ln>
            <a:effectLst>
              <a:outerShdw blurRad="342900" sx="114000" sy="114000" algn="ctr" rotWithShape="0">
                <a:schemeClr val="accent1">
                  <a:lumMod val="50000"/>
                  <a:alpha val="2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zh-CN" altLang="en-US" sz="1600" baseline="0">
                <a:solidFill>
                  <a:schemeClr val="accent3"/>
                </a:solidFill>
                <a:latin typeface="Arial" panose="020B0604020202020204" pitchFamily="34" charset="0"/>
              </a:endParaRPr>
            </a:p>
          </p:txBody>
        </p:sp>
      </p:grpSp>
      <p:sp>
        <p:nvSpPr>
          <p:cNvPr id="12" name="等腰三角形 11"/>
          <p:cNvSpPr/>
          <p:nvPr userDrawn="1">
            <p:custDataLst>
              <p:tags r:id="rId7"/>
            </p:custDataLst>
          </p:nvPr>
        </p:nvSpPr>
        <p:spPr>
          <a:xfrm rot="2315082">
            <a:off x="11583673" y="6292840"/>
            <a:ext cx="409674" cy="353168"/>
          </a:xfrm>
          <a:prstGeom prst="triangle">
            <a:avLst/>
          </a:prstGeom>
          <a:noFill/>
          <a:ln w="6350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 baseline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14" name="等腰三角形 13"/>
          <p:cNvSpPr/>
          <p:nvPr userDrawn="1">
            <p:custDataLst>
              <p:tags r:id="rId8"/>
            </p:custDataLst>
          </p:nvPr>
        </p:nvSpPr>
        <p:spPr>
          <a:xfrm rot="17631882" flipV="1">
            <a:off x="11607142" y="5636809"/>
            <a:ext cx="533400" cy="459828"/>
          </a:xfrm>
          <a:prstGeom prst="triangle">
            <a:avLst/>
          </a:prstGeom>
          <a:noFill/>
          <a:ln w="6350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 baseline="0" dirty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9"/>
            </p:custDataLst>
          </p:nvPr>
        </p:nvSpPr>
        <p:spPr>
          <a:xfrm>
            <a:off x="579600" y="237600"/>
            <a:ext cx="11037600" cy="441964"/>
          </a:xfrm>
        </p:spPr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0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1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2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13"/>
            </p:custDataLst>
          </p:nvPr>
        </p:nvSpPr>
        <p:spPr>
          <a:xfrm>
            <a:off x="579600" y="1663200"/>
            <a:ext cx="5342400" cy="2894400"/>
          </a:xfrm>
        </p:spPr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>
              <a:defRPr baseline="0"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>
              <a:defRPr baseline="0"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>
              <a:defRPr baseline="0"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>
              <a:defRPr baseline="0"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14"/>
            </p:custDataLst>
          </p:nvPr>
        </p:nvSpPr>
        <p:spPr>
          <a:xfrm>
            <a:off x="6242400" y="1663200"/>
            <a:ext cx="5367600" cy="2894400"/>
          </a:xfrm>
        </p:spPr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>
              <a:defRPr baseline="0"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>
              <a:defRPr baseline="0"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>
              <a:defRPr baseline="0"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>
              <a:defRPr baseline="0"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11" name="文本占位符 10"/>
          <p:cNvSpPr>
            <a:spLocks noGrp="1"/>
          </p:cNvSpPr>
          <p:nvPr>
            <p:ph type="body" sz="quarter" idx="15"/>
            <p:custDataLst>
              <p:tags r:id="rId15"/>
            </p:custDataLst>
          </p:nvPr>
        </p:nvSpPr>
        <p:spPr>
          <a:xfrm>
            <a:off x="572400" y="4816800"/>
            <a:ext cx="5342400" cy="781200"/>
          </a:xfrm>
        </p:spPr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13" name="文本占位符 12"/>
          <p:cNvSpPr>
            <a:spLocks noGrp="1"/>
          </p:cNvSpPr>
          <p:nvPr>
            <p:ph type="body" sz="quarter" idx="16"/>
            <p:custDataLst>
              <p:tags r:id="rId16"/>
            </p:custDataLst>
          </p:nvPr>
        </p:nvSpPr>
        <p:spPr>
          <a:xfrm>
            <a:off x="6253200" y="4813200"/>
            <a:ext cx="5367600" cy="781200"/>
          </a:xfrm>
        </p:spPr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腰带">
    <p:bg>
      <p:bgPr>
        <a:gradFill>
          <a:gsLst>
            <a:gs pos="0">
              <a:schemeClr val="tx2"/>
            </a:gs>
            <a:gs pos="100000">
              <a:schemeClr val="bg2"/>
            </a:gs>
          </a:gsLst>
          <a:lin ang="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等腰三角形 13"/>
          <p:cNvSpPr/>
          <p:nvPr userDrawn="1">
            <p:custDataLst>
              <p:tags r:id="rId2"/>
            </p:custDataLst>
          </p:nvPr>
        </p:nvSpPr>
        <p:spPr>
          <a:xfrm rot="2315082">
            <a:off x="260985" y="6021705"/>
            <a:ext cx="533400" cy="459740"/>
          </a:xfrm>
          <a:prstGeom prst="triangle">
            <a:avLst/>
          </a:prstGeom>
          <a:gradFill flip="none" rotWithShape="1">
            <a:gsLst>
              <a:gs pos="0">
                <a:schemeClr val="bg2"/>
              </a:gs>
              <a:gs pos="100000">
                <a:schemeClr val="tx2"/>
              </a:gs>
            </a:gsLst>
            <a:lin ang="0" scaled="0"/>
            <a:tileRect/>
          </a:gradFill>
          <a:ln>
            <a:noFill/>
          </a:ln>
          <a:effectLst>
            <a:outerShdw blurRad="342900" sx="114000" sy="114000" algn="ctr" rotWithShape="0">
              <a:schemeClr val="accent1">
                <a:lumMod val="50000"/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600" baseline="0">
              <a:solidFill>
                <a:schemeClr val="accent3"/>
              </a:solidFill>
              <a:latin typeface="Arial" panose="020B0604020202020204" pitchFamily="34" charset="0"/>
            </a:endParaRPr>
          </a:p>
        </p:txBody>
      </p:sp>
      <p:grpSp>
        <p:nvGrpSpPr>
          <p:cNvPr id="15" name="组合 14"/>
          <p:cNvGrpSpPr/>
          <p:nvPr userDrawn="1">
            <p:custDataLst>
              <p:tags r:id="rId3"/>
            </p:custDataLst>
          </p:nvPr>
        </p:nvGrpSpPr>
        <p:grpSpPr>
          <a:xfrm rot="1322092">
            <a:off x="11132185" y="305435"/>
            <a:ext cx="780415" cy="671195"/>
            <a:chOff x="11170458" y="527508"/>
            <a:chExt cx="780362" cy="670898"/>
          </a:xfrm>
        </p:grpSpPr>
        <p:sp>
          <p:nvSpPr>
            <p:cNvPr id="20" name="等腰三角形 19"/>
            <p:cNvSpPr/>
            <p:nvPr userDrawn="1">
              <p:custDataLst>
                <p:tags r:id="rId4"/>
              </p:custDataLst>
            </p:nvPr>
          </p:nvSpPr>
          <p:spPr>
            <a:xfrm rot="693652" flipV="1">
              <a:off x="11170458" y="920188"/>
              <a:ext cx="322734" cy="278218"/>
            </a:xfrm>
            <a:prstGeom prst="triangle">
              <a:avLst/>
            </a:prstGeom>
            <a:gradFill flip="none" rotWithShape="1">
              <a:gsLst>
                <a:gs pos="0">
                  <a:schemeClr val="bg2"/>
                </a:gs>
                <a:gs pos="100000">
                  <a:schemeClr val="tx2"/>
                </a:gs>
              </a:gsLst>
              <a:lin ang="0" scaled="0"/>
              <a:tileRect/>
            </a:gradFill>
            <a:ln>
              <a:noFill/>
            </a:ln>
            <a:effectLst>
              <a:outerShdw blurRad="342900" sx="114000" sy="114000" algn="ctr" rotWithShape="0">
                <a:schemeClr val="accent1">
                  <a:lumMod val="50000"/>
                  <a:alpha val="2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zh-CN" altLang="en-US" sz="1600" baseline="0">
                <a:solidFill>
                  <a:schemeClr val="accent3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21" name="等腰三角形 20"/>
            <p:cNvSpPr/>
            <p:nvPr userDrawn="1">
              <p:custDataLst>
                <p:tags r:id="rId5"/>
              </p:custDataLst>
            </p:nvPr>
          </p:nvSpPr>
          <p:spPr>
            <a:xfrm rot="18492899" flipV="1">
              <a:off x="11650344" y="549766"/>
              <a:ext cx="322734" cy="278218"/>
            </a:xfrm>
            <a:prstGeom prst="triangle">
              <a:avLst/>
            </a:prstGeom>
            <a:gradFill flip="none" rotWithShape="1">
              <a:gsLst>
                <a:gs pos="0">
                  <a:schemeClr val="bg2"/>
                </a:gs>
                <a:gs pos="100000">
                  <a:schemeClr val="tx2"/>
                </a:gs>
              </a:gsLst>
              <a:lin ang="0" scaled="0"/>
              <a:tileRect/>
            </a:gradFill>
            <a:ln>
              <a:noFill/>
            </a:ln>
            <a:effectLst>
              <a:outerShdw blurRad="342900" sx="114000" sy="114000" algn="ctr" rotWithShape="0">
                <a:schemeClr val="accent1">
                  <a:lumMod val="50000"/>
                  <a:alpha val="2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zh-CN" altLang="en-US" sz="1600" baseline="0">
                <a:solidFill>
                  <a:schemeClr val="accent3"/>
                </a:solidFill>
                <a:latin typeface="Arial" panose="020B0604020202020204" pitchFamily="34" charset="0"/>
              </a:endParaRPr>
            </a:p>
          </p:txBody>
        </p:sp>
      </p:grpSp>
      <p:sp>
        <p:nvSpPr>
          <p:cNvPr id="10" name="矩形 9"/>
          <p:cNvSpPr/>
          <p:nvPr userDrawn="1">
            <p:custDataLst>
              <p:tags r:id="rId6"/>
            </p:custDataLst>
          </p:nvPr>
        </p:nvSpPr>
        <p:spPr>
          <a:xfrm>
            <a:off x="0" y="959224"/>
            <a:ext cx="12192000" cy="4939553"/>
          </a:xfrm>
          <a:prstGeom prst="rect">
            <a:avLst/>
          </a:prstGeom>
          <a:gradFill flip="none" rotWithShape="1">
            <a:gsLst>
              <a:gs pos="69000">
                <a:schemeClr val="bg2"/>
              </a:gs>
              <a:gs pos="92000">
                <a:schemeClr val="tx2"/>
              </a:gs>
            </a:gsLst>
            <a:lin ang="2700000" scaled="0"/>
            <a:tileRect/>
          </a:gradFill>
          <a:ln>
            <a:noFill/>
          </a:ln>
          <a:effectLst>
            <a:outerShdw blurRad="342900" sx="106000" sy="106000" algn="ctr" rotWithShape="0">
              <a:schemeClr val="tx1">
                <a:alpha val="1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altLang="zh-CN" sz="1600" baseline="0" dirty="0">
              <a:solidFill>
                <a:schemeClr val="accent3"/>
              </a:solidFill>
              <a:latin typeface="Arial" panose="020B0604020202020204" pitchFamily="34" charset="0"/>
              <a:sym typeface="+mn-ea"/>
            </a:endParaRPr>
          </a:p>
        </p:txBody>
      </p:sp>
      <p:sp>
        <p:nvSpPr>
          <p:cNvPr id="2" name="标题 1"/>
          <p:cNvSpPr>
            <a:spLocks noGrp="1"/>
          </p:cNvSpPr>
          <p:nvPr userDrawn="1">
            <p:ph type="title" hasCustomPrompt="1"/>
            <p:custDataLst>
              <p:tags r:id="rId7"/>
            </p:custDataLst>
          </p:nvPr>
        </p:nvSpPr>
        <p:spPr>
          <a:xfrm>
            <a:off x="1522800" y="1339200"/>
            <a:ext cx="9144000" cy="2386800"/>
          </a:xfrm>
        </p:spPr>
        <p:txBody>
          <a:bodyPr anchor="b"/>
          <a:lstStyle>
            <a:lvl1pPr algn="ctr">
              <a:defRPr sz="6000" baseline="0"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 userDrawn="1">
            <p:ph type="dt" sz="half" idx="10"/>
            <p:custDataLst>
              <p:tags r:id="rId8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 userDrawn="1">
            <p:ph type="ftr" sz="quarter" idx="11"/>
            <p:custDataLst>
              <p:tags r:id="rId9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 userDrawn="1">
            <p:ph type="sldNum" sz="quarter" idx="12"/>
            <p:custDataLst>
              <p:tags r:id="rId10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 userDrawn="1">
            <p:ph type="body" sz="quarter" idx="13"/>
            <p:custDataLst>
              <p:tags r:id="rId11"/>
            </p:custDataLst>
          </p:nvPr>
        </p:nvSpPr>
        <p:spPr>
          <a:xfrm>
            <a:off x="1522413" y="3862800"/>
            <a:ext cx="9144000" cy="1656000"/>
          </a:xfrm>
        </p:spPr>
        <p:txBody>
          <a:bodyPr/>
          <a:lstStyle>
            <a:lvl1pPr algn="ctr">
              <a:defRPr baseline="0"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image" Target="../media/image1.pn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3" Type="http://schemas.openxmlformats.org/officeDocument/2006/relationships/theme" Target="../theme/theme2.xml"/><Relationship Id="rId12" Type="http://schemas.openxmlformats.org/officeDocument/2006/relationships/image" Target="../media/image1.png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_rels/slideMaster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31.xml"/><Relationship Id="rId8" Type="http://schemas.openxmlformats.org/officeDocument/2006/relationships/slideLayout" Target="../slideLayouts/slideLayout30.xml"/><Relationship Id="rId7" Type="http://schemas.openxmlformats.org/officeDocument/2006/relationships/slideLayout" Target="../slideLayouts/slideLayout29.xml"/><Relationship Id="rId6" Type="http://schemas.openxmlformats.org/officeDocument/2006/relationships/slideLayout" Target="../slideLayouts/slideLayout28.xml"/><Relationship Id="rId5" Type="http://schemas.openxmlformats.org/officeDocument/2006/relationships/slideLayout" Target="../slideLayouts/slideLayout27.xml"/><Relationship Id="rId4" Type="http://schemas.openxmlformats.org/officeDocument/2006/relationships/slideLayout" Target="../slideLayouts/slideLayout26.xml"/><Relationship Id="rId3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4.xml"/><Relationship Id="rId13" Type="http://schemas.openxmlformats.org/officeDocument/2006/relationships/theme" Target="../theme/theme3.xml"/><Relationship Id="rId12" Type="http://schemas.openxmlformats.org/officeDocument/2006/relationships/image" Target="../media/image1.png"/><Relationship Id="rId11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32.xml"/><Relationship Id="rId1" Type="http://schemas.openxmlformats.org/officeDocument/2006/relationships/slideLayout" Target="../slideLayouts/slideLayout23.xml"/></Relationships>
</file>

<file path=ppt/slideMasters/_rels/slideMaster4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42.xml"/><Relationship Id="rId8" Type="http://schemas.openxmlformats.org/officeDocument/2006/relationships/slideLayout" Target="../slideLayouts/slideLayout41.xml"/><Relationship Id="rId7" Type="http://schemas.openxmlformats.org/officeDocument/2006/relationships/slideLayout" Target="../slideLayouts/slideLayout40.xml"/><Relationship Id="rId6" Type="http://schemas.openxmlformats.org/officeDocument/2006/relationships/slideLayout" Target="../slideLayouts/slideLayout39.xml"/><Relationship Id="rId5" Type="http://schemas.openxmlformats.org/officeDocument/2006/relationships/slideLayout" Target="../slideLayouts/slideLayout38.xml"/><Relationship Id="rId4" Type="http://schemas.openxmlformats.org/officeDocument/2006/relationships/slideLayout" Target="../slideLayouts/slideLayout37.xml"/><Relationship Id="rId3" Type="http://schemas.openxmlformats.org/officeDocument/2006/relationships/slideLayout" Target="../slideLayouts/slideLayout36.xml"/><Relationship Id="rId2" Type="http://schemas.openxmlformats.org/officeDocument/2006/relationships/slideLayout" Target="../slideLayouts/slideLayout35.xml"/><Relationship Id="rId13" Type="http://schemas.openxmlformats.org/officeDocument/2006/relationships/theme" Target="../theme/theme4.xml"/><Relationship Id="rId12" Type="http://schemas.openxmlformats.org/officeDocument/2006/relationships/image" Target="../media/image1.png"/><Relationship Id="rId11" Type="http://schemas.openxmlformats.org/officeDocument/2006/relationships/slideLayout" Target="../slideLayouts/slideLayout44.xml"/><Relationship Id="rId10" Type="http://schemas.openxmlformats.org/officeDocument/2006/relationships/slideLayout" Target="../slideLayouts/slideLayout43.xml"/><Relationship Id="rId1" Type="http://schemas.openxmlformats.org/officeDocument/2006/relationships/slideLayout" Target="../slideLayouts/slideLayout34.xml"/></Relationships>
</file>

<file path=ppt/slideMasters/_rels/slideMaster5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53.xml"/><Relationship Id="rId8" Type="http://schemas.openxmlformats.org/officeDocument/2006/relationships/slideLayout" Target="../slideLayouts/slideLayout52.xml"/><Relationship Id="rId7" Type="http://schemas.openxmlformats.org/officeDocument/2006/relationships/slideLayout" Target="../slideLayouts/slideLayout51.xml"/><Relationship Id="rId6" Type="http://schemas.openxmlformats.org/officeDocument/2006/relationships/slideLayout" Target="../slideLayouts/slideLayout50.xml"/><Relationship Id="rId5" Type="http://schemas.openxmlformats.org/officeDocument/2006/relationships/slideLayout" Target="../slideLayouts/slideLayout49.xml"/><Relationship Id="rId4" Type="http://schemas.openxmlformats.org/officeDocument/2006/relationships/slideLayout" Target="../slideLayouts/slideLayout48.xml"/><Relationship Id="rId3" Type="http://schemas.openxmlformats.org/officeDocument/2006/relationships/slideLayout" Target="../slideLayouts/slideLayout47.xml"/><Relationship Id="rId2" Type="http://schemas.openxmlformats.org/officeDocument/2006/relationships/slideLayout" Target="../slideLayouts/slideLayout46.xml"/><Relationship Id="rId13" Type="http://schemas.openxmlformats.org/officeDocument/2006/relationships/theme" Target="../theme/theme5.xml"/><Relationship Id="rId12" Type="http://schemas.openxmlformats.org/officeDocument/2006/relationships/image" Target="../media/image1.png"/><Relationship Id="rId11" Type="http://schemas.openxmlformats.org/officeDocument/2006/relationships/slideLayout" Target="../slideLayouts/slideLayout55.xml"/><Relationship Id="rId10" Type="http://schemas.openxmlformats.org/officeDocument/2006/relationships/slideLayout" Target="../slideLayouts/slideLayout54.xml"/><Relationship Id="rId1" Type="http://schemas.openxmlformats.org/officeDocument/2006/relationships/slideLayout" Target="../slideLayouts/slideLayout45.xml"/></Relationships>
</file>

<file path=ppt/slideMasters/_rels/slideMaster6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64.xml"/><Relationship Id="rId8" Type="http://schemas.openxmlformats.org/officeDocument/2006/relationships/slideLayout" Target="../slideLayouts/slideLayout63.xml"/><Relationship Id="rId7" Type="http://schemas.openxmlformats.org/officeDocument/2006/relationships/slideLayout" Target="../slideLayouts/slideLayout62.xml"/><Relationship Id="rId6" Type="http://schemas.openxmlformats.org/officeDocument/2006/relationships/slideLayout" Target="../slideLayouts/slideLayout61.xml"/><Relationship Id="rId5" Type="http://schemas.openxmlformats.org/officeDocument/2006/relationships/slideLayout" Target="../slideLayouts/slideLayout60.xml"/><Relationship Id="rId4" Type="http://schemas.openxmlformats.org/officeDocument/2006/relationships/slideLayout" Target="../slideLayouts/slideLayout59.xml"/><Relationship Id="rId3" Type="http://schemas.openxmlformats.org/officeDocument/2006/relationships/slideLayout" Target="../slideLayouts/slideLayout58.xml"/><Relationship Id="rId2" Type="http://schemas.openxmlformats.org/officeDocument/2006/relationships/slideLayout" Target="../slideLayouts/slideLayout57.xml"/><Relationship Id="rId13" Type="http://schemas.openxmlformats.org/officeDocument/2006/relationships/theme" Target="../theme/theme6.xml"/><Relationship Id="rId12" Type="http://schemas.openxmlformats.org/officeDocument/2006/relationships/image" Target="../media/image1.png"/><Relationship Id="rId11" Type="http://schemas.openxmlformats.org/officeDocument/2006/relationships/slideLayout" Target="../slideLayouts/slideLayout66.xml"/><Relationship Id="rId10" Type="http://schemas.openxmlformats.org/officeDocument/2006/relationships/slideLayout" Target="../slideLayouts/slideLayout65.xml"/><Relationship Id="rId1" Type="http://schemas.openxmlformats.org/officeDocument/2006/relationships/slideLayout" Target="../slideLayouts/slideLayout56.xml"/></Relationships>
</file>

<file path=ppt/slideMasters/_rels/slideMaster7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75.xml"/><Relationship Id="rId8" Type="http://schemas.openxmlformats.org/officeDocument/2006/relationships/slideLayout" Target="../slideLayouts/slideLayout74.xml"/><Relationship Id="rId7" Type="http://schemas.openxmlformats.org/officeDocument/2006/relationships/slideLayout" Target="../slideLayouts/slideLayout73.xml"/><Relationship Id="rId6" Type="http://schemas.openxmlformats.org/officeDocument/2006/relationships/slideLayout" Target="../slideLayouts/slideLayout72.xml"/><Relationship Id="rId5" Type="http://schemas.openxmlformats.org/officeDocument/2006/relationships/slideLayout" Target="../slideLayouts/slideLayout71.xml"/><Relationship Id="rId4" Type="http://schemas.openxmlformats.org/officeDocument/2006/relationships/slideLayout" Target="../slideLayouts/slideLayout70.xml"/><Relationship Id="rId3" Type="http://schemas.openxmlformats.org/officeDocument/2006/relationships/slideLayout" Target="../slideLayouts/slideLayout69.xml"/><Relationship Id="rId2" Type="http://schemas.openxmlformats.org/officeDocument/2006/relationships/slideLayout" Target="../slideLayouts/slideLayout68.xml"/><Relationship Id="rId13" Type="http://schemas.openxmlformats.org/officeDocument/2006/relationships/theme" Target="../theme/theme7.xml"/><Relationship Id="rId12" Type="http://schemas.openxmlformats.org/officeDocument/2006/relationships/image" Target="../media/image1.png"/><Relationship Id="rId11" Type="http://schemas.openxmlformats.org/officeDocument/2006/relationships/slideLayout" Target="../slideLayouts/slideLayout77.xml"/><Relationship Id="rId10" Type="http://schemas.openxmlformats.org/officeDocument/2006/relationships/slideLayout" Target="../slideLayouts/slideLayout76.xml"/><Relationship Id="rId1" Type="http://schemas.openxmlformats.org/officeDocument/2006/relationships/slideLayout" Target="../slideLayouts/slideLayout67.xml"/></Relationships>
</file>

<file path=ppt/slideMasters/_rels/slideMaster8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86.xml"/><Relationship Id="rId8" Type="http://schemas.openxmlformats.org/officeDocument/2006/relationships/slideLayout" Target="../slideLayouts/slideLayout85.xml"/><Relationship Id="rId7" Type="http://schemas.openxmlformats.org/officeDocument/2006/relationships/slideLayout" Target="../slideLayouts/slideLayout84.xml"/><Relationship Id="rId6" Type="http://schemas.openxmlformats.org/officeDocument/2006/relationships/slideLayout" Target="../slideLayouts/slideLayout83.xml"/><Relationship Id="rId5" Type="http://schemas.openxmlformats.org/officeDocument/2006/relationships/slideLayout" Target="../slideLayouts/slideLayout82.xml"/><Relationship Id="rId4" Type="http://schemas.openxmlformats.org/officeDocument/2006/relationships/slideLayout" Target="../slideLayouts/slideLayout81.xml"/><Relationship Id="rId3" Type="http://schemas.openxmlformats.org/officeDocument/2006/relationships/slideLayout" Target="../slideLayouts/slideLayout80.xml"/><Relationship Id="rId2" Type="http://schemas.openxmlformats.org/officeDocument/2006/relationships/slideLayout" Target="../slideLayouts/slideLayout79.xml"/><Relationship Id="rId13" Type="http://schemas.openxmlformats.org/officeDocument/2006/relationships/theme" Target="../theme/theme8.xml"/><Relationship Id="rId12" Type="http://schemas.openxmlformats.org/officeDocument/2006/relationships/image" Target="../media/image1.png"/><Relationship Id="rId11" Type="http://schemas.openxmlformats.org/officeDocument/2006/relationships/slideLayout" Target="../slideLayouts/slideLayout88.xml"/><Relationship Id="rId10" Type="http://schemas.openxmlformats.org/officeDocument/2006/relationships/slideLayout" Target="../slideLayouts/slideLayout87.xml"/><Relationship Id="rId1" Type="http://schemas.openxmlformats.org/officeDocument/2006/relationships/slideLayout" Target="../slideLayouts/slideLayout78.xml"/></Relationships>
</file>

<file path=ppt/slideMasters/_rels/slideMaster9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7.xml"/><Relationship Id="rId8" Type="http://schemas.openxmlformats.org/officeDocument/2006/relationships/slideLayout" Target="../slideLayouts/slideLayout96.xml"/><Relationship Id="rId7" Type="http://schemas.openxmlformats.org/officeDocument/2006/relationships/slideLayout" Target="../slideLayouts/slideLayout95.xml"/><Relationship Id="rId6" Type="http://schemas.openxmlformats.org/officeDocument/2006/relationships/slideLayout" Target="../slideLayouts/slideLayout94.xml"/><Relationship Id="rId5" Type="http://schemas.openxmlformats.org/officeDocument/2006/relationships/slideLayout" Target="../slideLayouts/slideLayout93.xml"/><Relationship Id="rId4" Type="http://schemas.openxmlformats.org/officeDocument/2006/relationships/slideLayout" Target="../slideLayouts/slideLayout92.xml"/><Relationship Id="rId3" Type="http://schemas.openxmlformats.org/officeDocument/2006/relationships/slideLayout" Target="../slideLayouts/slideLayout91.xml"/><Relationship Id="rId2" Type="http://schemas.openxmlformats.org/officeDocument/2006/relationships/slideLayout" Target="../slideLayouts/slideLayout90.xml"/><Relationship Id="rId13" Type="http://schemas.openxmlformats.org/officeDocument/2006/relationships/theme" Target="../theme/theme9.xml"/><Relationship Id="rId12" Type="http://schemas.openxmlformats.org/officeDocument/2006/relationships/image" Target="../media/image1.png"/><Relationship Id="rId11" Type="http://schemas.openxmlformats.org/officeDocument/2006/relationships/slideLayout" Target="../slideLayouts/slideLayout99.xml"/><Relationship Id="rId10" Type="http://schemas.openxmlformats.org/officeDocument/2006/relationships/slideLayout" Target="../slideLayouts/slideLayout98.xml"/><Relationship Id="rId1" Type="http://schemas.openxmlformats.org/officeDocument/2006/relationships/slideLayout" Target="../slideLayouts/slideLayout89.xml"/></Relationships>
</file>

<file path=ppt/slideMasters/_rels/slideMaster10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08.xml"/><Relationship Id="rId8" Type="http://schemas.openxmlformats.org/officeDocument/2006/relationships/slideLayout" Target="../slideLayouts/slideLayout107.xml"/><Relationship Id="rId7" Type="http://schemas.openxmlformats.org/officeDocument/2006/relationships/slideLayout" Target="../slideLayouts/slideLayout106.xml"/><Relationship Id="rId6" Type="http://schemas.openxmlformats.org/officeDocument/2006/relationships/slideLayout" Target="../slideLayouts/slideLayout105.xml"/><Relationship Id="rId5" Type="http://schemas.openxmlformats.org/officeDocument/2006/relationships/slideLayout" Target="../slideLayouts/slideLayout104.xml"/><Relationship Id="rId4" Type="http://schemas.openxmlformats.org/officeDocument/2006/relationships/slideLayout" Target="../slideLayouts/slideLayout103.xml"/><Relationship Id="rId3" Type="http://schemas.openxmlformats.org/officeDocument/2006/relationships/slideLayout" Target="../slideLayouts/slideLayout102.xml"/><Relationship Id="rId2" Type="http://schemas.openxmlformats.org/officeDocument/2006/relationships/slideLayout" Target="../slideLayouts/slideLayout101.xml"/><Relationship Id="rId13" Type="http://schemas.openxmlformats.org/officeDocument/2006/relationships/theme" Target="../theme/theme10.xml"/><Relationship Id="rId12" Type="http://schemas.openxmlformats.org/officeDocument/2006/relationships/image" Target="../media/image1.png"/><Relationship Id="rId11" Type="http://schemas.openxmlformats.org/officeDocument/2006/relationships/slideLayout" Target="../slideLayouts/slideLayout110.xml"/><Relationship Id="rId10" Type="http://schemas.openxmlformats.org/officeDocument/2006/relationships/slideLayout" Target="../slideLayouts/slideLayout109.xml"/><Relationship Id="rId1" Type="http://schemas.openxmlformats.org/officeDocument/2006/relationships/slideLayout" Target="../slideLayouts/slideLayout100.xml"/></Relationships>
</file>

<file path=ppt/slideMasters/_rels/slideMaster1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19.xml"/><Relationship Id="rId8" Type="http://schemas.openxmlformats.org/officeDocument/2006/relationships/slideLayout" Target="../slideLayouts/slideLayout118.xml"/><Relationship Id="rId7" Type="http://schemas.openxmlformats.org/officeDocument/2006/relationships/slideLayout" Target="../slideLayouts/slideLayout117.xml"/><Relationship Id="rId6" Type="http://schemas.openxmlformats.org/officeDocument/2006/relationships/slideLayout" Target="../slideLayouts/slideLayout116.xml"/><Relationship Id="rId5" Type="http://schemas.openxmlformats.org/officeDocument/2006/relationships/slideLayout" Target="../slideLayouts/slideLayout115.xml"/><Relationship Id="rId4" Type="http://schemas.openxmlformats.org/officeDocument/2006/relationships/slideLayout" Target="../slideLayouts/slideLayout114.xml"/><Relationship Id="rId3" Type="http://schemas.openxmlformats.org/officeDocument/2006/relationships/slideLayout" Target="../slideLayouts/slideLayout113.xml"/><Relationship Id="rId2" Type="http://schemas.openxmlformats.org/officeDocument/2006/relationships/slideLayout" Target="../slideLayouts/slideLayout112.xml"/><Relationship Id="rId13" Type="http://schemas.openxmlformats.org/officeDocument/2006/relationships/theme" Target="../theme/theme11.xml"/><Relationship Id="rId12" Type="http://schemas.openxmlformats.org/officeDocument/2006/relationships/image" Target="../media/image1.png"/><Relationship Id="rId11" Type="http://schemas.openxmlformats.org/officeDocument/2006/relationships/slideLayout" Target="../slideLayouts/slideLayout121.xml"/><Relationship Id="rId10" Type="http://schemas.openxmlformats.org/officeDocument/2006/relationships/slideLayout" Target="../slideLayouts/slideLayout120.xml"/><Relationship Id="rId1" Type="http://schemas.openxmlformats.org/officeDocument/2006/relationships/slideLayout" Target="../slideLayouts/slideLayout111.xml"/></Relationships>
</file>

<file path=ppt/slideMasters/_rels/slideMaster1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30.xml"/><Relationship Id="rId8" Type="http://schemas.openxmlformats.org/officeDocument/2006/relationships/slideLayout" Target="../slideLayouts/slideLayout129.xml"/><Relationship Id="rId7" Type="http://schemas.openxmlformats.org/officeDocument/2006/relationships/slideLayout" Target="../slideLayouts/slideLayout128.xml"/><Relationship Id="rId6" Type="http://schemas.openxmlformats.org/officeDocument/2006/relationships/slideLayout" Target="../slideLayouts/slideLayout127.xml"/><Relationship Id="rId5" Type="http://schemas.openxmlformats.org/officeDocument/2006/relationships/slideLayout" Target="../slideLayouts/slideLayout126.xml"/><Relationship Id="rId4" Type="http://schemas.openxmlformats.org/officeDocument/2006/relationships/slideLayout" Target="../slideLayouts/slideLayout125.xml"/><Relationship Id="rId3" Type="http://schemas.openxmlformats.org/officeDocument/2006/relationships/slideLayout" Target="../slideLayouts/slideLayout124.xml"/><Relationship Id="rId2" Type="http://schemas.openxmlformats.org/officeDocument/2006/relationships/slideLayout" Target="../slideLayouts/slideLayout123.xml"/><Relationship Id="rId13" Type="http://schemas.openxmlformats.org/officeDocument/2006/relationships/theme" Target="../theme/theme12.xml"/><Relationship Id="rId12" Type="http://schemas.openxmlformats.org/officeDocument/2006/relationships/image" Target="../media/image1.png"/><Relationship Id="rId11" Type="http://schemas.openxmlformats.org/officeDocument/2006/relationships/slideLayout" Target="../slideLayouts/slideLayout132.xml"/><Relationship Id="rId10" Type="http://schemas.openxmlformats.org/officeDocument/2006/relationships/slideLayout" Target="../slideLayouts/slideLayout131.xml"/><Relationship Id="rId1" Type="http://schemas.openxmlformats.org/officeDocument/2006/relationships/slideLayout" Target="../slideLayouts/slideLayout122.xml"/></Relationships>
</file>

<file path=ppt/slideMasters/_rels/slideMaster1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41.xml"/><Relationship Id="rId8" Type="http://schemas.openxmlformats.org/officeDocument/2006/relationships/slideLayout" Target="../slideLayouts/slideLayout140.xml"/><Relationship Id="rId7" Type="http://schemas.openxmlformats.org/officeDocument/2006/relationships/slideLayout" Target="../slideLayouts/slideLayout139.xml"/><Relationship Id="rId6" Type="http://schemas.openxmlformats.org/officeDocument/2006/relationships/slideLayout" Target="../slideLayouts/slideLayout138.xml"/><Relationship Id="rId5" Type="http://schemas.openxmlformats.org/officeDocument/2006/relationships/slideLayout" Target="../slideLayouts/slideLayout137.xml"/><Relationship Id="rId4" Type="http://schemas.openxmlformats.org/officeDocument/2006/relationships/slideLayout" Target="../slideLayouts/slideLayout136.xml"/><Relationship Id="rId3" Type="http://schemas.openxmlformats.org/officeDocument/2006/relationships/slideLayout" Target="../slideLayouts/slideLayout135.xml"/><Relationship Id="rId2" Type="http://schemas.openxmlformats.org/officeDocument/2006/relationships/slideLayout" Target="../slideLayouts/slideLayout134.xml"/><Relationship Id="rId13" Type="http://schemas.openxmlformats.org/officeDocument/2006/relationships/theme" Target="../theme/theme13.xml"/><Relationship Id="rId12" Type="http://schemas.openxmlformats.org/officeDocument/2006/relationships/image" Target="../media/image1.png"/><Relationship Id="rId11" Type="http://schemas.openxmlformats.org/officeDocument/2006/relationships/slideLayout" Target="../slideLayouts/slideLayout143.xml"/><Relationship Id="rId10" Type="http://schemas.openxmlformats.org/officeDocument/2006/relationships/slideLayout" Target="../slideLayouts/slideLayout142.xml"/><Relationship Id="rId1" Type="http://schemas.openxmlformats.org/officeDocument/2006/relationships/slideLayout" Target="../slideLayouts/slideLayout133.xml"/></Relationships>
</file>

<file path=ppt/slideMasters/_rels/slideMaster14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52.xml"/><Relationship Id="rId8" Type="http://schemas.openxmlformats.org/officeDocument/2006/relationships/slideLayout" Target="../slideLayouts/slideLayout151.xml"/><Relationship Id="rId7" Type="http://schemas.openxmlformats.org/officeDocument/2006/relationships/slideLayout" Target="../slideLayouts/slideLayout150.xml"/><Relationship Id="rId6" Type="http://schemas.openxmlformats.org/officeDocument/2006/relationships/slideLayout" Target="../slideLayouts/slideLayout149.xml"/><Relationship Id="rId5" Type="http://schemas.openxmlformats.org/officeDocument/2006/relationships/slideLayout" Target="../slideLayouts/slideLayout148.xml"/><Relationship Id="rId4" Type="http://schemas.openxmlformats.org/officeDocument/2006/relationships/slideLayout" Target="../slideLayouts/slideLayout147.xml"/><Relationship Id="rId3" Type="http://schemas.openxmlformats.org/officeDocument/2006/relationships/slideLayout" Target="../slideLayouts/slideLayout146.xml"/><Relationship Id="rId25" Type="http://schemas.openxmlformats.org/officeDocument/2006/relationships/theme" Target="../theme/theme14.xml"/><Relationship Id="rId24" Type="http://schemas.openxmlformats.org/officeDocument/2006/relationships/tags" Target="../tags/tag184.xml"/><Relationship Id="rId23" Type="http://schemas.openxmlformats.org/officeDocument/2006/relationships/tags" Target="../tags/tag183.xml"/><Relationship Id="rId22" Type="http://schemas.openxmlformats.org/officeDocument/2006/relationships/tags" Target="../tags/tag182.xml"/><Relationship Id="rId21" Type="http://schemas.openxmlformats.org/officeDocument/2006/relationships/tags" Target="../tags/tag181.xml"/><Relationship Id="rId20" Type="http://schemas.openxmlformats.org/officeDocument/2006/relationships/tags" Target="../tags/tag180.xml"/><Relationship Id="rId2" Type="http://schemas.openxmlformats.org/officeDocument/2006/relationships/slideLayout" Target="../slideLayouts/slideLayout145.xml"/><Relationship Id="rId19" Type="http://schemas.openxmlformats.org/officeDocument/2006/relationships/tags" Target="../tags/tag179.xml"/><Relationship Id="rId18" Type="http://schemas.openxmlformats.org/officeDocument/2006/relationships/slideLayout" Target="../slideLayouts/slideLayout161.xml"/><Relationship Id="rId17" Type="http://schemas.openxmlformats.org/officeDocument/2006/relationships/slideLayout" Target="../slideLayouts/slideLayout160.xml"/><Relationship Id="rId16" Type="http://schemas.openxmlformats.org/officeDocument/2006/relationships/slideLayout" Target="../slideLayouts/slideLayout159.xml"/><Relationship Id="rId15" Type="http://schemas.openxmlformats.org/officeDocument/2006/relationships/slideLayout" Target="../slideLayouts/slideLayout158.xml"/><Relationship Id="rId14" Type="http://schemas.openxmlformats.org/officeDocument/2006/relationships/slideLayout" Target="../slideLayouts/slideLayout157.xml"/><Relationship Id="rId13" Type="http://schemas.openxmlformats.org/officeDocument/2006/relationships/slideLayout" Target="../slideLayouts/slideLayout156.xml"/><Relationship Id="rId12" Type="http://schemas.openxmlformats.org/officeDocument/2006/relationships/slideLayout" Target="../slideLayouts/slideLayout155.xml"/><Relationship Id="rId11" Type="http://schemas.openxmlformats.org/officeDocument/2006/relationships/slideLayout" Target="../slideLayouts/slideLayout154.xml"/><Relationship Id="rId10" Type="http://schemas.openxmlformats.org/officeDocument/2006/relationships/slideLayout" Target="../slideLayouts/slideLayout153.xml"/><Relationship Id="rId1" Type="http://schemas.openxmlformats.org/officeDocument/2006/relationships/slideLayout" Target="../slideLayouts/slideLayout14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59595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6" name="矩形 6"/>
          <p:cNvSpPr>
            <a:spLocks noChangeArrowheads="1"/>
          </p:cNvSpPr>
          <p:nvPr/>
        </p:nvSpPr>
        <p:spPr bwMode="auto">
          <a:xfrm>
            <a:off x="0" y="0"/>
            <a:ext cx="12192000" cy="6858000"/>
          </a:xfrm>
          <a:prstGeom prst="rect">
            <a:avLst/>
          </a:prstGeom>
          <a:blipFill dpi="0" rotWithShape="1">
            <a:blip r:embed="rId12">
              <a:alphaModFix amt="5000"/>
            </a:blip>
            <a:srcRect/>
            <a:stretch>
              <a:fillRect/>
            </a:stretch>
          </a:blipFill>
          <a:ln w="12700">
            <a:solidFill>
              <a:srgbClr val="41719C"/>
            </a:solidFill>
            <a:miter lim="800000"/>
          </a:ln>
        </p:spPr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9pPr>
    </p:titleStyle>
    <p:bodyStyle>
      <a:lvl1pPr marL="228600" indent="-22860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59595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050" name="矩形 6"/>
          <p:cNvSpPr>
            <a:spLocks noChangeArrowheads="1"/>
          </p:cNvSpPr>
          <p:nvPr/>
        </p:nvSpPr>
        <p:spPr bwMode="auto">
          <a:xfrm>
            <a:off x="0" y="0"/>
            <a:ext cx="12192000" cy="6858000"/>
          </a:xfrm>
          <a:prstGeom prst="rect">
            <a:avLst/>
          </a:prstGeom>
          <a:blipFill dpi="0" rotWithShape="1">
            <a:blip r:embed="rId12">
              <a:alphaModFix amt="5000"/>
            </a:blip>
            <a:srcRect/>
            <a:stretch>
              <a:fillRect/>
            </a:stretch>
          </a:blipFill>
          <a:ln w="12700">
            <a:solidFill>
              <a:srgbClr val="41719C"/>
            </a:solidFill>
            <a:miter lim="800000"/>
          </a:ln>
        </p:spPr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051" name="日期占位符 3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buFont typeface="Arial" panose="020B0604020202020204" pitchFamily="34" charset="0"/>
              <a:buNone/>
              <a:defRPr>
                <a:solidFill>
                  <a:srgbClr val="000000"/>
                </a:solidFill>
                <a:ea typeface="宋体" panose="02010600030101010101" pitchFamily="2" charset="-12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052" name="页脚占位符 4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buFont typeface="Arial" panose="020B0604020202020204" pitchFamily="34" charset="0"/>
              <a:buNone/>
              <a:defRPr>
                <a:solidFill>
                  <a:srgbClr val="000000"/>
                </a:solidFill>
                <a:ea typeface="宋体" panose="02010600030101010101" pitchFamily="2" charset="-12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053" name="灯片编号占位符 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pPr lvl="0" eaLnBrk="1" fontAlgn="base" hangingPunct="1">
              <a:buChar char="•"/>
            </a:pPr>
            <a:fld id="{9A0DB2DC-4C9A-4742-B13C-FB6460FD3503}" type="slidenum">
              <a:rPr lang="zh-CN" altLang="en-US" strike="noStrike" noProof="1" dirty="0"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Calibri" panose="020F050202020403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ftr="0" dt="0"/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9pPr>
    </p:titleStyle>
    <p:bodyStyle>
      <a:lvl1pPr marL="228600" indent="-22860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59595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074" name="矩形 6"/>
          <p:cNvSpPr>
            <a:spLocks noChangeArrowheads="1"/>
          </p:cNvSpPr>
          <p:nvPr/>
        </p:nvSpPr>
        <p:spPr bwMode="auto">
          <a:xfrm>
            <a:off x="0" y="0"/>
            <a:ext cx="12192000" cy="6858000"/>
          </a:xfrm>
          <a:prstGeom prst="rect">
            <a:avLst/>
          </a:prstGeom>
          <a:blipFill dpi="0" rotWithShape="1">
            <a:blip r:embed="rId12">
              <a:alphaModFix amt="5000"/>
            </a:blip>
            <a:srcRect/>
            <a:stretch>
              <a:fillRect/>
            </a:stretch>
          </a:blipFill>
          <a:ln w="12700">
            <a:solidFill>
              <a:srgbClr val="41719C"/>
            </a:solidFill>
            <a:miter lim="800000"/>
          </a:ln>
        </p:spPr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075" name="日期占位符 3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buFont typeface="Arial" panose="020B0604020202020204" pitchFamily="34" charset="0"/>
              <a:buNone/>
              <a:defRPr>
                <a:solidFill>
                  <a:srgbClr val="000000"/>
                </a:solidFill>
                <a:ea typeface="宋体" panose="02010600030101010101" pitchFamily="2" charset="-12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076" name="页脚占位符 4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buFont typeface="Arial" panose="020B0604020202020204" pitchFamily="34" charset="0"/>
              <a:buNone/>
              <a:defRPr>
                <a:solidFill>
                  <a:srgbClr val="000000"/>
                </a:solidFill>
                <a:ea typeface="宋体" panose="02010600030101010101" pitchFamily="2" charset="-12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077" name="灯片编号占位符 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pPr lvl="0" eaLnBrk="1" fontAlgn="base" hangingPunct="1">
              <a:buChar char="•"/>
            </a:pPr>
            <a:fld id="{9A0DB2DC-4C9A-4742-B13C-FB6460FD3503}" type="slidenum">
              <a:rPr lang="zh-CN" altLang="en-US" strike="noStrike" noProof="1" dirty="0"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Calibri" panose="020F050202020403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sldNum="0" hdr="0" ftr="0" dt="0"/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9pPr>
    </p:titleStyle>
    <p:bodyStyle>
      <a:lvl1pPr marL="228600" indent="-22860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59595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4098" name="矩形 6"/>
          <p:cNvSpPr>
            <a:spLocks noChangeArrowheads="1"/>
          </p:cNvSpPr>
          <p:nvPr/>
        </p:nvSpPr>
        <p:spPr bwMode="auto">
          <a:xfrm>
            <a:off x="0" y="0"/>
            <a:ext cx="12192000" cy="6858000"/>
          </a:xfrm>
          <a:prstGeom prst="rect">
            <a:avLst/>
          </a:prstGeom>
          <a:blipFill dpi="0" rotWithShape="1">
            <a:blip r:embed="rId12">
              <a:alphaModFix amt="5000"/>
            </a:blip>
            <a:srcRect/>
            <a:stretch>
              <a:fillRect/>
            </a:stretch>
          </a:blipFill>
          <a:ln w="12700">
            <a:solidFill>
              <a:srgbClr val="41719C"/>
            </a:solidFill>
            <a:miter lim="800000"/>
          </a:ln>
        </p:spPr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099" name="日期占位符 3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buFont typeface="Arial" panose="020B0604020202020204" pitchFamily="34" charset="0"/>
              <a:buNone/>
              <a:defRPr>
                <a:solidFill>
                  <a:srgbClr val="000000"/>
                </a:solidFill>
                <a:ea typeface="宋体" panose="02010600030101010101" pitchFamily="2" charset="-12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100" name="页脚占位符 4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buFont typeface="Arial" panose="020B0604020202020204" pitchFamily="34" charset="0"/>
              <a:buNone/>
              <a:defRPr>
                <a:solidFill>
                  <a:srgbClr val="000000"/>
                </a:solidFill>
                <a:ea typeface="宋体" panose="02010600030101010101" pitchFamily="2" charset="-12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101" name="灯片编号占位符 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pPr lvl="0" eaLnBrk="1" fontAlgn="base" hangingPunct="1">
              <a:buChar char="•"/>
            </a:pPr>
            <a:fld id="{9A0DB2DC-4C9A-4742-B13C-FB6460FD3503}" type="slidenum">
              <a:rPr lang="zh-CN" altLang="en-US" strike="noStrike" noProof="1" dirty="0"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Calibri" panose="020F050202020403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hf sldNum="0" hdr="0" ftr="0" dt="0"/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9pPr>
    </p:titleStyle>
    <p:bodyStyle>
      <a:lvl1pPr marL="228600" indent="-22860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59595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5122" name="矩形 6"/>
          <p:cNvSpPr>
            <a:spLocks noChangeArrowheads="1"/>
          </p:cNvSpPr>
          <p:nvPr/>
        </p:nvSpPr>
        <p:spPr bwMode="auto">
          <a:xfrm>
            <a:off x="0" y="0"/>
            <a:ext cx="12192000" cy="6858000"/>
          </a:xfrm>
          <a:prstGeom prst="rect">
            <a:avLst/>
          </a:prstGeom>
          <a:blipFill dpi="0" rotWithShape="1">
            <a:blip r:embed="rId12">
              <a:alphaModFix amt="5000"/>
            </a:blip>
            <a:srcRect/>
            <a:stretch>
              <a:fillRect/>
            </a:stretch>
          </a:blipFill>
          <a:ln w="12700">
            <a:solidFill>
              <a:srgbClr val="41719C"/>
            </a:solidFill>
            <a:miter lim="800000"/>
          </a:ln>
        </p:spPr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123" name="日期占位符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buFont typeface="Arial" panose="020B0604020202020204" pitchFamily="34" charset="0"/>
              <a:buNone/>
              <a:defRPr>
                <a:solidFill>
                  <a:srgbClr val="000000"/>
                </a:solidFill>
                <a:ea typeface="宋体" panose="02010600030101010101" pitchFamily="2" charset="-12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124" name="页脚占位符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buFont typeface="Arial" panose="020B0604020202020204" pitchFamily="34" charset="0"/>
              <a:buNone/>
              <a:defRPr>
                <a:solidFill>
                  <a:srgbClr val="000000"/>
                </a:solidFill>
                <a:ea typeface="宋体" panose="02010600030101010101" pitchFamily="2" charset="-12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125" name="灯片编号占位符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pPr lvl="0" eaLnBrk="1" fontAlgn="base" hangingPunct="1">
              <a:buChar char="•"/>
            </a:pPr>
            <a:fld id="{9A0DB2DC-4C9A-4742-B13C-FB6460FD3503}" type="slidenum">
              <a:rPr lang="zh-CN" altLang="en-US" strike="noStrike" noProof="1" dirty="0"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Calibri" panose="020F050202020403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hf sldNum="0" hdr="0" ftr="0" dt="0"/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9pPr>
    </p:titleStyle>
    <p:bodyStyle>
      <a:lvl1pPr marL="228600" indent="-22860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59595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6146" name="矩形 6"/>
          <p:cNvSpPr>
            <a:spLocks noChangeArrowheads="1"/>
          </p:cNvSpPr>
          <p:nvPr/>
        </p:nvSpPr>
        <p:spPr bwMode="auto">
          <a:xfrm>
            <a:off x="0" y="0"/>
            <a:ext cx="12192000" cy="6858000"/>
          </a:xfrm>
          <a:prstGeom prst="rect">
            <a:avLst/>
          </a:prstGeom>
          <a:blipFill dpi="0" rotWithShape="1">
            <a:blip r:embed="rId12">
              <a:alphaModFix amt="5000"/>
            </a:blip>
            <a:srcRect/>
            <a:stretch>
              <a:fillRect/>
            </a:stretch>
          </a:blipFill>
          <a:ln w="12700">
            <a:solidFill>
              <a:srgbClr val="41719C"/>
            </a:solidFill>
            <a:miter lim="800000"/>
          </a:ln>
        </p:spPr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147" name="日期占位符 6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buFont typeface="Arial" panose="020B0604020202020204" pitchFamily="34" charset="0"/>
              <a:buNone/>
              <a:defRPr>
                <a:solidFill>
                  <a:srgbClr val="000000"/>
                </a:solidFill>
                <a:ea typeface="宋体" panose="02010600030101010101" pitchFamily="2" charset="-12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148" name="页脚占位符 7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buFont typeface="Arial" panose="020B0604020202020204" pitchFamily="34" charset="0"/>
              <a:buNone/>
              <a:defRPr>
                <a:solidFill>
                  <a:srgbClr val="000000"/>
                </a:solidFill>
                <a:ea typeface="宋体" panose="02010600030101010101" pitchFamily="2" charset="-12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149" name="灯片编号占位符 8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pPr lvl="0" eaLnBrk="1" fontAlgn="base" hangingPunct="1">
              <a:buChar char="•"/>
            </a:pPr>
            <a:fld id="{9A0DB2DC-4C9A-4742-B13C-FB6460FD3503}" type="slidenum">
              <a:rPr lang="zh-CN" altLang="en-US" strike="noStrike" noProof="1" dirty="0"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Calibri" panose="020F050202020403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hf sldNum="0" hdr="0" ftr="0" dt="0"/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9pPr>
    </p:titleStyle>
    <p:bodyStyle>
      <a:lvl1pPr marL="228600" indent="-22860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59595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7170" name="矩形 6"/>
          <p:cNvSpPr>
            <a:spLocks noChangeArrowheads="1"/>
          </p:cNvSpPr>
          <p:nvPr/>
        </p:nvSpPr>
        <p:spPr bwMode="auto">
          <a:xfrm>
            <a:off x="0" y="0"/>
            <a:ext cx="12192000" cy="6858000"/>
          </a:xfrm>
          <a:prstGeom prst="rect">
            <a:avLst/>
          </a:prstGeom>
          <a:blipFill dpi="0" rotWithShape="1">
            <a:blip r:embed="rId12">
              <a:alphaModFix amt="5000"/>
            </a:blip>
            <a:srcRect/>
            <a:stretch>
              <a:fillRect/>
            </a:stretch>
          </a:blipFill>
          <a:ln w="12700">
            <a:solidFill>
              <a:srgbClr val="41719C"/>
            </a:solidFill>
            <a:miter lim="800000"/>
          </a:ln>
        </p:spPr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171" name="日期占位符 2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buFont typeface="Arial" panose="020B0604020202020204" pitchFamily="34" charset="0"/>
              <a:buNone/>
              <a:defRPr>
                <a:solidFill>
                  <a:srgbClr val="000000"/>
                </a:solidFill>
                <a:ea typeface="宋体" panose="02010600030101010101" pitchFamily="2" charset="-12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172" name="页脚占位符 3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buFont typeface="Arial" panose="020B0604020202020204" pitchFamily="34" charset="0"/>
              <a:buNone/>
              <a:defRPr>
                <a:solidFill>
                  <a:srgbClr val="000000"/>
                </a:solidFill>
                <a:ea typeface="宋体" panose="02010600030101010101" pitchFamily="2" charset="-12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173" name="灯片编号占位符 4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pPr lvl="0" eaLnBrk="1" fontAlgn="base" hangingPunct="1">
              <a:buChar char="•"/>
            </a:pPr>
            <a:fld id="{9A0DB2DC-4C9A-4742-B13C-FB6460FD3503}" type="slidenum">
              <a:rPr lang="zh-CN" altLang="en-US" strike="noStrike" noProof="1" dirty="0"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Calibri" panose="020F050202020403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</p:sldLayoutIdLst>
  <p:hf sldNum="0" hdr="0" ftr="0" dt="0"/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9pPr>
    </p:titleStyle>
    <p:bodyStyle>
      <a:lvl1pPr marL="228600" indent="-22860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59595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8194" name="矩形 6"/>
          <p:cNvSpPr>
            <a:spLocks noChangeArrowheads="1"/>
          </p:cNvSpPr>
          <p:nvPr/>
        </p:nvSpPr>
        <p:spPr bwMode="auto">
          <a:xfrm>
            <a:off x="0" y="0"/>
            <a:ext cx="12192000" cy="6858000"/>
          </a:xfrm>
          <a:prstGeom prst="rect">
            <a:avLst/>
          </a:prstGeom>
          <a:blipFill dpi="0" rotWithShape="1">
            <a:blip r:embed="rId12">
              <a:alphaModFix amt="5000"/>
            </a:blip>
            <a:srcRect/>
            <a:stretch>
              <a:fillRect/>
            </a:stretch>
          </a:blipFill>
          <a:ln w="12700">
            <a:solidFill>
              <a:srgbClr val="41719C"/>
            </a:solidFill>
            <a:miter lim="800000"/>
          </a:ln>
        </p:spPr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195" name="日期占位符 1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buFont typeface="Arial" panose="020B0604020202020204" pitchFamily="34" charset="0"/>
              <a:buNone/>
              <a:defRPr>
                <a:solidFill>
                  <a:srgbClr val="000000"/>
                </a:solidFill>
                <a:ea typeface="宋体" panose="02010600030101010101" pitchFamily="2" charset="-12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196" name="页脚占位符 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buFont typeface="Arial" panose="020B0604020202020204" pitchFamily="34" charset="0"/>
              <a:buNone/>
              <a:defRPr>
                <a:solidFill>
                  <a:srgbClr val="000000"/>
                </a:solidFill>
                <a:ea typeface="宋体" panose="02010600030101010101" pitchFamily="2" charset="-12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197" name="灯片编号占位符 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pPr lvl="0" eaLnBrk="1" fontAlgn="base" hangingPunct="1">
              <a:buChar char="•"/>
            </a:pPr>
            <a:fld id="{9A0DB2DC-4C9A-4742-B13C-FB6460FD3503}" type="slidenum">
              <a:rPr lang="zh-CN" altLang="en-US" strike="noStrike" noProof="1" dirty="0"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Calibri" panose="020F050202020403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</p:sldLayoutIdLst>
  <p:hf sldNum="0" hdr="0" ftr="0" dt="0"/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9pPr>
    </p:titleStyle>
    <p:bodyStyle>
      <a:lvl1pPr marL="228600" indent="-22860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59595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9218" name="矩形 6"/>
          <p:cNvSpPr>
            <a:spLocks noChangeArrowheads="1"/>
          </p:cNvSpPr>
          <p:nvPr/>
        </p:nvSpPr>
        <p:spPr bwMode="auto">
          <a:xfrm>
            <a:off x="0" y="0"/>
            <a:ext cx="12192000" cy="6858000"/>
          </a:xfrm>
          <a:prstGeom prst="rect">
            <a:avLst/>
          </a:prstGeom>
          <a:blipFill dpi="0" rotWithShape="1">
            <a:blip r:embed="rId12">
              <a:alphaModFix amt="5000"/>
            </a:blip>
            <a:srcRect/>
            <a:stretch>
              <a:fillRect/>
            </a:stretch>
          </a:blipFill>
          <a:ln w="12700">
            <a:solidFill>
              <a:srgbClr val="41719C"/>
            </a:solidFill>
            <a:miter lim="800000"/>
          </a:ln>
        </p:spPr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219" name="日期占位符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buFont typeface="Arial" panose="020B0604020202020204" pitchFamily="34" charset="0"/>
              <a:buNone/>
              <a:defRPr>
                <a:solidFill>
                  <a:srgbClr val="000000"/>
                </a:solidFill>
                <a:ea typeface="宋体" panose="02010600030101010101" pitchFamily="2" charset="-12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220" name="页脚占位符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buFont typeface="Arial" panose="020B0604020202020204" pitchFamily="34" charset="0"/>
              <a:buNone/>
              <a:defRPr>
                <a:solidFill>
                  <a:srgbClr val="000000"/>
                </a:solidFill>
                <a:ea typeface="宋体" panose="02010600030101010101" pitchFamily="2" charset="-12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221" name="灯片编号占位符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pPr lvl="0" eaLnBrk="1" fontAlgn="base" hangingPunct="1">
              <a:buChar char="•"/>
            </a:pPr>
            <a:fld id="{9A0DB2DC-4C9A-4742-B13C-FB6460FD3503}" type="slidenum">
              <a:rPr lang="zh-CN" altLang="en-US" strike="noStrike" noProof="1" dirty="0"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Calibri" panose="020F050202020403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45" r:id="rId1"/>
    <p:sldLayoutId id="2147483746" r:id="rId2"/>
    <p:sldLayoutId id="2147483747" r:id="rId3"/>
    <p:sldLayoutId id="2147483748" r:id="rId4"/>
    <p:sldLayoutId id="2147483749" r:id="rId5"/>
    <p:sldLayoutId id="2147483750" r:id="rId6"/>
    <p:sldLayoutId id="2147483751" r:id="rId7"/>
    <p:sldLayoutId id="2147483752" r:id="rId8"/>
    <p:sldLayoutId id="2147483753" r:id="rId9"/>
    <p:sldLayoutId id="2147483754" r:id="rId10"/>
    <p:sldLayoutId id="2147483755" r:id="rId11"/>
  </p:sldLayoutIdLst>
  <p:hf sldNum="0" hdr="0" ftr="0" dt="0"/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9pPr>
    </p:titleStyle>
    <p:bodyStyle>
      <a:lvl1pPr marL="228600" indent="-22860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59595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42" name="矩形 6"/>
          <p:cNvSpPr>
            <a:spLocks noChangeArrowheads="1"/>
          </p:cNvSpPr>
          <p:nvPr/>
        </p:nvSpPr>
        <p:spPr bwMode="auto">
          <a:xfrm>
            <a:off x="0" y="0"/>
            <a:ext cx="12192000" cy="6858000"/>
          </a:xfrm>
          <a:prstGeom prst="rect">
            <a:avLst/>
          </a:prstGeom>
          <a:blipFill dpi="0" rotWithShape="1">
            <a:blip r:embed="rId12">
              <a:alphaModFix amt="5000"/>
            </a:blip>
            <a:srcRect/>
            <a:stretch>
              <a:fillRect/>
            </a:stretch>
          </a:blipFill>
          <a:ln w="12700">
            <a:solidFill>
              <a:srgbClr val="41719C"/>
            </a:solidFill>
            <a:miter lim="800000"/>
          </a:ln>
        </p:spPr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243" name="日期占位符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buFont typeface="Arial" panose="020B0604020202020204" pitchFamily="34" charset="0"/>
              <a:buNone/>
              <a:defRPr>
                <a:solidFill>
                  <a:srgbClr val="000000"/>
                </a:solidFill>
                <a:ea typeface="宋体" panose="02010600030101010101" pitchFamily="2" charset="-12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244" name="页脚占位符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buFont typeface="Arial" panose="020B0604020202020204" pitchFamily="34" charset="0"/>
              <a:buNone/>
              <a:defRPr>
                <a:solidFill>
                  <a:srgbClr val="000000"/>
                </a:solidFill>
                <a:ea typeface="宋体" panose="02010600030101010101" pitchFamily="2" charset="-12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245" name="灯片编号占位符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pPr lvl="0" eaLnBrk="1" fontAlgn="base" hangingPunct="1">
              <a:buChar char="•"/>
            </a:pPr>
            <a:fld id="{9A0DB2DC-4C9A-4742-B13C-FB6460FD3503}" type="slidenum">
              <a:rPr lang="zh-CN" altLang="en-US" strike="noStrike" noProof="1" dirty="0"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Calibri" panose="020F050202020403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57" r:id="rId1"/>
    <p:sldLayoutId id="2147483758" r:id="rId2"/>
    <p:sldLayoutId id="2147483759" r:id="rId3"/>
    <p:sldLayoutId id="2147483760" r:id="rId4"/>
    <p:sldLayoutId id="2147483761" r:id="rId5"/>
    <p:sldLayoutId id="2147483762" r:id="rId6"/>
    <p:sldLayoutId id="2147483763" r:id="rId7"/>
    <p:sldLayoutId id="2147483764" r:id="rId8"/>
    <p:sldLayoutId id="2147483765" r:id="rId9"/>
    <p:sldLayoutId id="2147483766" r:id="rId10"/>
    <p:sldLayoutId id="2147483767" r:id="rId11"/>
  </p:sldLayoutIdLst>
  <p:hf sldNum="0" hdr="0" ftr="0" dt="0"/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9pPr>
    </p:titleStyle>
    <p:bodyStyle>
      <a:lvl1pPr marL="228600" indent="-22860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59595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1266" name="矩形 6"/>
          <p:cNvSpPr>
            <a:spLocks noChangeArrowheads="1"/>
          </p:cNvSpPr>
          <p:nvPr/>
        </p:nvSpPr>
        <p:spPr bwMode="auto">
          <a:xfrm>
            <a:off x="0" y="0"/>
            <a:ext cx="12192000" cy="6858000"/>
          </a:xfrm>
          <a:prstGeom prst="rect">
            <a:avLst/>
          </a:prstGeom>
          <a:blipFill dpi="0" rotWithShape="1">
            <a:blip r:embed="rId12">
              <a:alphaModFix amt="5000"/>
            </a:blip>
            <a:srcRect/>
            <a:stretch>
              <a:fillRect/>
            </a:stretch>
          </a:blipFill>
          <a:ln w="12700">
            <a:solidFill>
              <a:srgbClr val="41719C"/>
            </a:solidFill>
            <a:miter lim="800000"/>
          </a:ln>
        </p:spPr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267" name="日期占位符 3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buFont typeface="Arial" panose="020B0604020202020204" pitchFamily="34" charset="0"/>
              <a:buNone/>
              <a:defRPr>
                <a:solidFill>
                  <a:srgbClr val="000000"/>
                </a:solidFill>
                <a:ea typeface="宋体" panose="02010600030101010101" pitchFamily="2" charset="-12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268" name="页脚占位符 4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buFont typeface="Arial" panose="020B0604020202020204" pitchFamily="34" charset="0"/>
              <a:buNone/>
              <a:defRPr>
                <a:solidFill>
                  <a:srgbClr val="000000"/>
                </a:solidFill>
                <a:ea typeface="宋体" panose="02010600030101010101" pitchFamily="2" charset="-12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269" name="灯片编号占位符 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pPr lvl="0" eaLnBrk="1" fontAlgn="base" hangingPunct="1">
              <a:buChar char="•"/>
            </a:pPr>
            <a:fld id="{9A0DB2DC-4C9A-4742-B13C-FB6460FD3503}" type="slidenum">
              <a:rPr lang="zh-CN" altLang="en-US" strike="noStrike" noProof="1" dirty="0"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Calibri" panose="020F050202020403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69" r:id="rId1"/>
    <p:sldLayoutId id="2147483770" r:id="rId2"/>
    <p:sldLayoutId id="2147483771" r:id="rId3"/>
    <p:sldLayoutId id="2147483772" r:id="rId4"/>
    <p:sldLayoutId id="2147483773" r:id="rId5"/>
    <p:sldLayoutId id="2147483774" r:id="rId6"/>
    <p:sldLayoutId id="2147483775" r:id="rId7"/>
    <p:sldLayoutId id="2147483776" r:id="rId8"/>
    <p:sldLayoutId id="2147483777" r:id="rId9"/>
    <p:sldLayoutId id="2147483778" r:id="rId10"/>
    <p:sldLayoutId id="2147483779" r:id="rId11"/>
  </p:sldLayoutIdLst>
  <p:hf sldNum="0" hdr="0" ftr="0" dt="0"/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9pPr>
    </p:titleStyle>
    <p:bodyStyle>
      <a:lvl1pPr marL="228600" indent="-22860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59595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2290" name="矩形 6"/>
          <p:cNvSpPr>
            <a:spLocks noChangeArrowheads="1"/>
          </p:cNvSpPr>
          <p:nvPr/>
        </p:nvSpPr>
        <p:spPr bwMode="auto">
          <a:xfrm>
            <a:off x="0" y="0"/>
            <a:ext cx="12192000" cy="6858000"/>
          </a:xfrm>
          <a:prstGeom prst="rect">
            <a:avLst/>
          </a:prstGeom>
          <a:blipFill dpi="0" rotWithShape="1">
            <a:blip r:embed="rId12">
              <a:alphaModFix amt="5000"/>
            </a:blip>
            <a:srcRect/>
            <a:stretch>
              <a:fillRect/>
            </a:stretch>
          </a:blipFill>
          <a:ln w="12700">
            <a:solidFill>
              <a:srgbClr val="41719C"/>
            </a:solidFill>
            <a:miter lim="800000"/>
          </a:ln>
        </p:spPr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291" name="日期占位符 3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buFont typeface="Arial" panose="020B0604020202020204" pitchFamily="34" charset="0"/>
              <a:buNone/>
              <a:defRPr>
                <a:solidFill>
                  <a:srgbClr val="000000"/>
                </a:solidFill>
                <a:ea typeface="宋体" panose="02010600030101010101" pitchFamily="2" charset="-12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292" name="页脚占位符 4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buFont typeface="Arial" panose="020B0604020202020204" pitchFamily="34" charset="0"/>
              <a:buNone/>
              <a:defRPr>
                <a:solidFill>
                  <a:srgbClr val="000000"/>
                </a:solidFill>
                <a:ea typeface="宋体" panose="02010600030101010101" pitchFamily="2" charset="-12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293" name="灯片编号占位符 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pPr lvl="0" eaLnBrk="1" fontAlgn="base" hangingPunct="1">
              <a:buChar char="•"/>
            </a:pPr>
            <a:fld id="{9A0DB2DC-4C9A-4742-B13C-FB6460FD3503}" type="slidenum">
              <a:rPr lang="zh-CN" altLang="en-US" strike="noStrike" noProof="1" dirty="0"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Calibri" panose="020F050202020403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81" r:id="rId1"/>
    <p:sldLayoutId id="2147483782" r:id="rId2"/>
    <p:sldLayoutId id="2147483783" r:id="rId3"/>
    <p:sldLayoutId id="2147483784" r:id="rId4"/>
    <p:sldLayoutId id="2147483785" r:id="rId5"/>
    <p:sldLayoutId id="2147483786" r:id="rId6"/>
    <p:sldLayoutId id="2147483787" r:id="rId7"/>
    <p:sldLayoutId id="2147483788" r:id="rId8"/>
    <p:sldLayoutId id="2147483789" r:id="rId9"/>
    <p:sldLayoutId id="2147483790" r:id="rId10"/>
    <p:sldLayoutId id="2147483791" r:id="rId11"/>
  </p:sldLayoutIdLst>
  <p:hf sldNum="0" hdr="0" ftr="0" dt="0"/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9pPr>
    </p:titleStyle>
    <p:bodyStyle>
      <a:lvl1pPr marL="228600" indent="-22860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59595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074" name="矩形 6"/>
          <p:cNvSpPr>
            <a:spLocks noChangeArrowheads="1"/>
          </p:cNvSpPr>
          <p:nvPr/>
        </p:nvSpPr>
        <p:spPr bwMode="auto">
          <a:xfrm>
            <a:off x="0" y="0"/>
            <a:ext cx="12192000" cy="6858000"/>
          </a:xfrm>
          <a:prstGeom prst="rect">
            <a:avLst/>
          </a:prstGeom>
          <a:blipFill dpi="0" rotWithShape="1">
            <a:blip r:embed="rId12">
              <a:alphaModFix amt="5000"/>
            </a:blip>
            <a:srcRect/>
            <a:stretch>
              <a:fillRect/>
            </a:stretch>
          </a:blipFill>
          <a:ln w="12700">
            <a:solidFill>
              <a:srgbClr val="41719C"/>
            </a:solidFill>
            <a:miter lim="800000"/>
          </a:ln>
        </p:spPr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075" name="日期占位符 3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buFont typeface="Arial" panose="020B0604020202020204" pitchFamily="34" charset="0"/>
              <a:buNone/>
              <a:defRPr>
                <a:solidFill>
                  <a:srgbClr val="000000"/>
                </a:solidFill>
                <a:ea typeface="宋体" panose="02010600030101010101" pitchFamily="2" charset="-12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076" name="页脚占位符 4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buFont typeface="Arial" panose="020B0604020202020204" pitchFamily="34" charset="0"/>
              <a:buNone/>
              <a:defRPr>
                <a:solidFill>
                  <a:srgbClr val="000000"/>
                </a:solidFill>
                <a:ea typeface="宋体" panose="02010600030101010101" pitchFamily="2" charset="-12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077" name="灯片编号占位符 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pPr lvl="0" eaLnBrk="1" fontAlgn="base" hangingPunct="1">
              <a:buChar char="•"/>
            </a:pPr>
            <a:fld id="{9A0DB2DC-4C9A-4742-B13C-FB6460FD3503}" type="slidenum">
              <a:rPr lang="zh-CN" altLang="en-US" strike="noStrike" noProof="1" dirty="0"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Calibri" panose="020F050202020403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93" r:id="rId1"/>
    <p:sldLayoutId id="2147483794" r:id="rId2"/>
    <p:sldLayoutId id="2147483795" r:id="rId3"/>
    <p:sldLayoutId id="2147483796" r:id="rId4"/>
    <p:sldLayoutId id="2147483797" r:id="rId5"/>
    <p:sldLayoutId id="2147483798" r:id="rId6"/>
    <p:sldLayoutId id="2147483799" r:id="rId7"/>
    <p:sldLayoutId id="2147483800" r:id="rId8"/>
    <p:sldLayoutId id="2147483801" r:id="rId9"/>
    <p:sldLayoutId id="2147483802" r:id="rId10"/>
    <p:sldLayoutId id="2147483803" r:id="rId11"/>
  </p:sldLayoutIdLst>
  <p:hf sldNum="0" hdr="0" ftr="0" dt="0"/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9pPr>
    </p:titleStyle>
    <p:bodyStyle>
      <a:lvl1pPr marL="228600" indent="-22860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9"/>
            </p:custDataLst>
          </p:nvPr>
        </p:nvSpPr>
        <p:spPr>
          <a:xfrm>
            <a:off x="669882" y="443230"/>
            <a:ext cx="10852237" cy="441964"/>
          </a:xfrm>
          <a:prstGeom prst="rect">
            <a:avLst/>
          </a:prstGeom>
        </p:spPr>
        <p:txBody>
          <a:bodyPr vert="horz" lIns="101600" tIns="38100" rIns="76200" bIns="38100" rtlCol="0" anchor="t" anchorCtr="0">
            <a:no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20"/>
            </p:custDataLst>
          </p:nvPr>
        </p:nvSpPr>
        <p:spPr>
          <a:xfrm>
            <a:off x="669882" y="952508"/>
            <a:ext cx="10852237" cy="5388907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21"/>
            </p:custDataLst>
          </p:nvPr>
        </p:nvSpPr>
        <p:spPr>
          <a:xfrm>
            <a:off x="879742" y="6349833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lnSpc>
                <a:spcPct val="120000"/>
              </a:lnSpc>
              <a:defRPr sz="1200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22"/>
            </p:custDataLst>
          </p:nvPr>
        </p:nvSpPr>
        <p:spPr>
          <a:xfrm>
            <a:off x="4116000" y="6349833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lnSpc>
                <a:spcPct val="120000"/>
              </a:lnSpc>
              <a:defRPr sz="1200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23"/>
            </p:custDataLst>
          </p:nvPr>
        </p:nvSpPr>
        <p:spPr>
          <a:xfrm>
            <a:off x="8610600" y="6349833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lnSpc>
                <a:spcPct val="120000"/>
              </a:lnSpc>
              <a:defRPr sz="1200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KSO_TEMPLATE" hidden="1"/>
          <p:cNvSpPr/>
          <p:nvPr>
            <p:custDataLst>
              <p:tags r:id="rId24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05" r:id="rId1"/>
    <p:sldLayoutId id="2147483806" r:id="rId2"/>
    <p:sldLayoutId id="2147483807" r:id="rId3"/>
    <p:sldLayoutId id="2147483808" r:id="rId4"/>
    <p:sldLayoutId id="2147483809" r:id="rId5"/>
    <p:sldLayoutId id="2147483810" r:id="rId6"/>
    <p:sldLayoutId id="2147483811" r:id="rId7"/>
    <p:sldLayoutId id="2147483812" r:id="rId8"/>
    <p:sldLayoutId id="2147483813" r:id="rId9"/>
    <p:sldLayoutId id="2147483814" r:id="rId10"/>
    <p:sldLayoutId id="2147483815" r:id="rId11"/>
    <p:sldLayoutId id="2147483816" r:id="rId12"/>
    <p:sldLayoutId id="2147483817" r:id="rId13"/>
    <p:sldLayoutId id="2147483818" r:id="rId14"/>
    <p:sldLayoutId id="2147483819" r:id="rId15"/>
    <p:sldLayoutId id="2147483820" r:id="rId16"/>
    <p:sldLayoutId id="2147483821" r:id="rId17"/>
    <p:sldLayoutId id="2147483822" r:id="rId18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2400" b="1" u="none" strike="noStrike" kern="1200" cap="none" spc="20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tabLst>
          <a:tab pos="1609725" algn="l"/>
        </a:tabLst>
        <a:defRPr sz="1600" u="none" strike="noStrike" kern="1200" cap="none" spc="15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50.xml"/><Relationship Id="rId7" Type="http://schemas.openxmlformats.org/officeDocument/2006/relationships/tags" Target="../tags/tag191.xml"/><Relationship Id="rId6" Type="http://schemas.openxmlformats.org/officeDocument/2006/relationships/tags" Target="../tags/tag190.xml"/><Relationship Id="rId5" Type="http://schemas.openxmlformats.org/officeDocument/2006/relationships/tags" Target="../tags/tag189.xml"/><Relationship Id="rId4" Type="http://schemas.openxmlformats.org/officeDocument/2006/relationships/tags" Target="../tags/tag188.xml"/><Relationship Id="rId3" Type="http://schemas.openxmlformats.org/officeDocument/2006/relationships/tags" Target="../tags/tag187.xml"/><Relationship Id="rId2" Type="http://schemas.openxmlformats.org/officeDocument/2006/relationships/tags" Target="../tags/tag186.xml"/><Relationship Id="rId1" Type="http://schemas.openxmlformats.org/officeDocument/2006/relationships/tags" Target="../tags/tag185.xml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50.xml"/><Relationship Id="rId3" Type="http://schemas.openxmlformats.org/officeDocument/2006/relationships/tags" Target="../tags/tag193.xml"/><Relationship Id="rId2" Type="http://schemas.openxmlformats.org/officeDocument/2006/relationships/image" Target="../media/image2.png"/><Relationship Id="rId1" Type="http://schemas.openxmlformats.org/officeDocument/2006/relationships/tags" Target="../tags/tag19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50.xml"/><Relationship Id="rId1" Type="http://schemas.openxmlformats.org/officeDocument/2006/relationships/tags" Target="../tags/tag194.xml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tags" Target="../tags/tag202.xml"/><Relationship Id="rId8" Type="http://schemas.openxmlformats.org/officeDocument/2006/relationships/tags" Target="../tags/tag201.xml"/><Relationship Id="rId7" Type="http://schemas.openxmlformats.org/officeDocument/2006/relationships/tags" Target="../tags/tag200.xml"/><Relationship Id="rId6" Type="http://schemas.openxmlformats.org/officeDocument/2006/relationships/image" Target="../media/image3.png"/><Relationship Id="rId5" Type="http://schemas.openxmlformats.org/officeDocument/2006/relationships/tags" Target="../tags/tag199.xml"/><Relationship Id="rId4" Type="http://schemas.openxmlformats.org/officeDocument/2006/relationships/tags" Target="../tags/tag198.xml"/><Relationship Id="rId3" Type="http://schemas.openxmlformats.org/officeDocument/2006/relationships/tags" Target="../tags/tag197.xml"/><Relationship Id="rId2" Type="http://schemas.openxmlformats.org/officeDocument/2006/relationships/tags" Target="../tags/tag196.xml"/><Relationship Id="rId11" Type="http://schemas.openxmlformats.org/officeDocument/2006/relationships/slideLayout" Target="../slideLayouts/slideLayout150.xml"/><Relationship Id="rId10" Type="http://schemas.openxmlformats.org/officeDocument/2006/relationships/tags" Target="../tags/tag203.xml"/><Relationship Id="rId1" Type="http://schemas.openxmlformats.org/officeDocument/2006/relationships/tags" Target="../tags/tag195.xml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tags" Target="../tags/tag211.xml"/><Relationship Id="rId8" Type="http://schemas.openxmlformats.org/officeDocument/2006/relationships/image" Target="../media/image4.png"/><Relationship Id="rId7" Type="http://schemas.openxmlformats.org/officeDocument/2006/relationships/tags" Target="../tags/tag210.xml"/><Relationship Id="rId6" Type="http://schemas.openxmlformats.org/officeDocument/2006/relationships/tags" Target="../tags/tag209.xml"/><Relationship Id="rId5" Type="http://schemas.openxmlformats.org/officeDocument/2006/relationships/tags" Target="../tags/tag208.xml"/><Relationship Id="rId4" Type="http://schemas.openxmlformats.org/officeDocument/2006/relationships/tags" Target="../tags/tag207.xml"/><Relationship Id="rId3" Type="http://schemas.openxmlformats.org/officeDocument/2006/relationships/tags" Target="../tags/tag206.xml"/><Relationship Id="rId2" Type="http://schemas.openxmlformats.org/officeDocument/2006/relationships/tags" Target="../tags/tag205.xml"/><Relationship Id="rId12" Type="http://schemas.openxmlformats.org/officeDocument/2006/relationships/slideLayout" Target="../slideLayouts/slideLayout150.xml"/><Relationship Id="rId11" Type="http://schemas.openxmlformats.org/officeDocument/2006/relationships/tags" Target="../tags/tag213.xml"/><Relationship Id="rId10" Type="http://schemas.openxmlformats.org/officeDocument/2006/relationships/tags" Target="../tags/tag212.xml"/><Relationship Id="rId1" Type="http://schemas.openxmlformats.org/officeDocument/2006/relationships/tags" Target="../tags/tag204.xml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tags" Target="../tags/tag222.xml"/><Relationship Id="rId8" Type="http://schemas.openxmlformats.org/officeDocument/2006/relationships/tags" Target="../tags/tag221.xml"/><Relationship Id="rId7" Type="http://schemas.openxmlformats.org/officeDocument/2006/relationships/tags" Target="../tags/tag220.xml"/><Relationship Id="rId6" Type="http://schemas.openxmlformats.org/officeDocument/2006/relationships/tags" Target="../tags/tag219.xml"/><Relationship Id="rId5" Type="http://schemas.openxmlformats.org/officeDocument/2006/relationships/tags" Target="../tags/tag218.xml"/><Relationship Id="rId4" Type="http://schemas.openxmlformats.org/officeDocument/2006/relationships/tags" Target="../tags/tag217.xml"/><Relationship Id="rId3" Type="http://schemas.openxmlformats.org/officeDocument/2006/relationships/tags" Target="../tags/tag216.xml"/><Relationship Id="rId2" Type="http://schemas.openxmlformats.org/officeDocument/2006/relationships/tags" Target="../tags/tag215.xml"/><Relationship Id="rId11" Type="http://schemas.openxmlformats.org/officeDocument/2006/relationships/slideLayout" Target="../slideLayouts/slideLayout150.xml"/><Relationship Id="rId10" Type="http://schemas.openxmlformats.org/officeDocument/2006/relationships/tags" Target="../tags/tag223.xml"/><Relationship Id="rId1" Type="http://schemas.openxmlformats.org/officeDocument/2006/relationships/tags" Target="../tags/tag214.xml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50.xml"/><Relationship Id="rId8" Type="http://schemas.openxmlformats.org/officeDocument/2006/relationships/tags" Target="../tags/tag231.xml"/><Relationship Id="rId7" Type="http://schemas.openxmlformats.org/officeDocument/2006/relationships/tags" Target="../tags/tag230.xml"/><Relationship Id="rId6" Type="http://schemas.openxmlformats.org/officeDocument/2006/relationships/tags" Target="../tags/tag229.xml"/><Relationship Id="rId5" Type="http://schemas.openxmlformats.org/officeDocument/2006/relationships/tags" Target="../tags/tag228.xml"/><Relationship Id="rId4" Type="http://schemas.openxmlformats.org/officeDocument/2006/relationships/tags" Target="../tags/tag227.xml"/><Relationship Id="rId3" Type="http://schemas.openxmlformats.org/officeDocument/2006/relationships/tags" Target="../tags/tag226.xml"/><Relationship Id="rId2" Type="http://schemas.openxmlformats.org/officeDocument/2006/relationships/tags" Target="../tags/tag225.xml"/><Relationship Id="rId1" Type="http://schemas.openxmlformats.org/officeDocument/2006/relationships/tags" Target="../tags/tag224.xml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tags" Target="../tags/tag240.xml"/><Relationship Id="rId8" Type="http://schemas.openxmlformats.org/officeDocument/2006/relationships/tags" Target="../tags/tag239.xml"/><Relationship Id="rId7" Type="http://schemas.openxmlformats.org/officeDocument/2006/relationships/tags" Target="../tags/tag238.xml"/><Relationship Id="rId6" Type="http://schemas.openxmlformats.org/officeDocument/2006/relationships/tags" Target="../tags/tag237.xml"/><Relationship Id="rId5" Type="http://schemas.openxmlformats.org/officeDocument/2006/relationships/tags" Target="../tags/tag236.xml"/><Relationship Id="rId4" Type="http://schemas.openxmlformats.org/officeDocument/2006/relationships/tags" Target="../tags/tag235.xml"/><Relationship Id="rId3" Type="http://schemas.openxmlformats.org/officeDocument/2006/relationships/tags" Target="../tags/tag234.xml"/><Relationship Id="rId2" Type="http://schemas.openxmlformats.org/officeDocument/2006/relationships/tags" Target="../tags/tag233.xml"/><Relationship Id="rId10" Type="http://schemas.openxmlformats.org/officeDocument/2006/relationships/slideLayout" Target="../slideLayouts/slideLayout150.xml"/><Relationship Id="rId1" Type="http://schemas.openxmlformats.org/officeDocument/2006/relationships/tags" Target="../tags/tag232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50.xml"/><Relationship Id="rId7" Type="http://schemas.openxmlformats.org/officeDocument/2006/relationships/tags" Target="../tags/tag247.xml"/><Relationship Id="rId6" Type="http://schemas.openxmlformats.org/officeDocument/2006/relationships/tags" Target="../tags/tag246.xml"/><Relationship Id="rId5" Type="http://schemas.openxmlformats.org/officeDocument/2006/relationships/tags" Target="../tags/tag245.xml"/><Relationship Id="rId4" Type="http://schemas.openxmlformats.org/officeDocument/2006/relationships/tags" Target="../tags/tag244.xml"/><Relationship Id="rId3" Type="http://schemas.openxmlformats.org/officeDocument/2006/relationships/tags" Target="../tags/tag243.xml"/><Relationship Id="rId2" Type="http://schemas.openxmlformats.org/officeDocument/2006/relationships/tags" Target="../tags/tag242.xml"/><Relationship Id="rId1" Type="http://schemas.openxmlformats.org/officeDocument/2006/relationships/tags" Target="../tags/tag24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tx2"/>
            </a:gs>
            <a:gs pos="100000">
              <a:schemeClr val="bg2"/>
            </a:gs>
          </a:gsLst>
          <a:lin ang="0" scaled="1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31" name="等腰三角形 30"/>
          <p:cNvSpPr/>
          <p:nvPr userDrawn="1">
            <p:custDataLst>
              <p:tags r:id="rId1"/>
            </p:custDataLst>
          </p:nvPr>
        </p:nvSpPr>
        <p:spPr>
          <a:xfrm rot="2315082">
            <a:off x="260985" y="6021705"/>
            <a:ext cx="533400" cy="459740"/>
          </a:xfrm>
          <a:prstGeom prst="triangle">
            <a:avLst/>
          </a:prstGeom>
          <a:gradFill flip="none" rotWithShape="1">
            <a:gsLst>
              <a:gs pos="0">
                <a:schemeClr val="bg2"/>
              </a:gs>
              <a:gs pos="100000">
                <a:schemeClr val="tx2"/>
              </a:gs>
            </a:gsLst>
            <a:lin ang="0" scaled="0"/>
          </a:gradFill>
          <a:ln>
            <a:noFill/>
          </a:ln>
          <a:effectLst>
            <a:outerShdw blurRad="342900" sx="114000" sy="114000" algn="ctr" rotWithShape="0">
              <a:schemeClr val="accent1">
                <a:lumMod val="50000"/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lvl="0" algn="ctr"/>
            <a:endParaRPr lang="zh-CN" altLang="en-US" sz="1600" baseline="0">
              <a:solidFill>
                <a:schemeClr val="accent3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28" name="组合 27"/>
          <p:cNvGrpSpPr/>
          <p:nvPr userDrawn="1">
            <p:custDataLst>
              <p:tags r:id="rId2"/>
            </p:custDataLst>
          </p:nvPr>
        </p:nvGrpSpPr>
        <p:grpSpPr>
          <a:xfrm rot="1322092">
            <a:off x="11132185" y="305435"/>
            <a:ext cx="780415" cy="671195"/>
            <a:chOff x="11170458" y="527508"/>
            <a:chExt cx="780362" cy="670898"/>
          </a:xfrm>
        </p:grpSpPr>
        <p:sp>
          <p:nvSpPr>
            <p:cNvPr id="29" name="等腰三角形 28"/>
            <p:cNvSpPr/>
            <p:nvPr userDrawn="1">
              <p:custDataLst>
                <p:tags r:id="rId3"/>
              </p:custDataLst>
            </p:nvPr>
          </p:nvSpPr>
          <p:spPr>
            <a:xfrm rot="693652" flipV="1">
              <a:off x="11170458" y="920188"/>
              <a:ext cx="322734" cy="278218"/>
            </a:xfrm>
            <a:prstGeom prst="triangle">
              <a:avLst/>
            </a:prstGeom>
            <a:gradFill flip="none" rotWithShape="1">
              <a:gsLst>
                <a:gs pos="0">
                  <a:schemeClr val="bg2"/>
                </a:gs>
                <a:gs pos="100000">
                  <a:schemeClr val="tx2"/>
                </a:gs>
              </a:gsLst>
              <a:lin ang="0" scaled="0"/>
            </a:gradFill>
            <a:ln>
              <a:noFill/>
            </a:ln>
            <a:effectLst>
              <a:outerShdw blurRad="342900" sx="114000" sy="114000" algn="ctr" rotWithShape="0">
                <a:schemeClr val="accent1">
                  <a:lumMod val="50000"/>
                  <a:alpha val="2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lvl="0" algn="ctr"/>
              <a:endParaRPr lang="zh-CN" altLang="en-US" sz="1600" baseline="0">
                <a:solidFill>
                  <a:schemeClr val="accent3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0" name="等腰三角形 29"/>
            <p:cNvSpPr/>
            <p:nvPr userDrawn="1">
              <p:custDataLst>
                <p:tags r:id="rId4"/>
              </p:custDataLst>
            </p:nvPr>
          </p:nvSpPr>
          <p:spPr>
            <a:xfrm rot="18492899" flipV="1">
              <a:off x="11650344" y="549766"/>
              <a:ext cx="322734" cy="278218"/>
            </a:xfrm>
            <a:prstGeom prst="triangle">
              <a:avLst/>
            </a:prstGeom>
            <a:gradFill flip="none" rotWithShape="1">
              <a:gsLst>
                <a:gs pos="0">
                  <a:schemeClr val="bg2"/>
                </a:gs>
                <a:gs pos="100000">
                  <a:schemeClr val="tx2"/>
                </a:gs>
              </a:gsLst>
              <a:lin ang="0" scaled="0"/>
            </a:gradFill>
            <a:ln>
              <a:noFill/>
            </a:ln>
            <a:effectLst>
              <a:outerShdw blurRad="342900" sx="114000" sy="114000" algn="ctr" rotWithShape="0">
                <a:schemeClr val="accent1">
                  <a:lumMod val="50000"/>
                  <a:alpha val="2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lvl="0" algn="ctr"/>
              <a:endParaRPr lang="zh-CN" altLang="en-US" sz="1600" baseline="0">
                <a:solidFill>
                  <a:schemeClr val="accent3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15376" name="TextBox 22"/>
          <p:cNvSpPr txBox="1"/>
          <p:nvPr>
            <p:custDataLst>
              <p:tags r:id="rId5"/>
            </p:custDataLst>
          </p:nvPr>
        </p:nvSpPr>
        <p:spPr>
          <a:xfrm>
            <a:off x="302260" y="158750"/>
            <a:ext cx="5205413" cy="64516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r>
              <a:rPr lang="en-US" altLang="zh-CN" sz="36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3.1 </a:t>
            </a:r>
            <a:r>
              <a:rPr lang="zh-CN" altLang="en-US" sz="36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外部中断概述</a:t>
            </a:r>
            <a:endParaRPr lang="zh-CN" altLang="en-US" sz="36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172" name="TextBox 2"/>
          <p:cNvSpPr txBox="1"/>
          <p:nvPr>
            <p:custDataLst>
              <p:tags r:id="rId6"/>
            </p:custDataLst>
          </p:nvPr>
        </p:nvSpPr>
        <p:spPr>
          <a:xfrm>
            <a:off x="1644650" y="1143635"/>
            <a:ext cx="7784465" cy="503999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j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+mj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j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j-lt"/>
              </a:defRPr>
            </a:lvl5pPr>
          </a:lstStyle>
          <a:p>
            <a:pPr marL="285750" lvl="0" indent="-285750" eaLnBrk="1" fontAlgn="base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Char char="u"/>
            </a:pPr>
            <a:r>
              <a:rPr lang="en-US" altLang="zh-CN" sz="2400" b="0" strike="noStrike" noProof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STM32</a:t>
            </a:r>
            <a:r>
              <a:rPr lang="zh-CN" altLang="en-US" sz="2400" b="0" strike="noStrike" noProof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的每个</a:t>
            </a:r>
            <a:r>
              <a:rPr lang="en-US" altLang="zh-CN" sz="2400" b="0" strike="noStrike" noProof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IO</a:t>
            </a:r>
            <a:r>
              <a:rPr lang="zh-CN" altLang="en-US" sz="2400" b="0" strike="noStrike" noProof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都可以作为外部中断输入。</a:t>
            </a:r>
            <a:endParaRPr lang="en-US" altLang="zh-CN" sz="2400" b="0" strike="noStrike" noProof="1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285750" lvl="0" indent="-285750" eaLnBrk="1" fontAlgn="base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Char char="u"/>
            </a:pPr>
            <a:r>
              <a:rPr lang="en-US" altLang="zh-CN" sz="2400" b="0" strike="noStrike" noProof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STM32</a:t>
            </a:r>
            <a:r>
              <a:rPr lang="zh-CN" altLang="en-US" sz="2400" b="0" strike="noStrike" noProof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的中断控制器支持</a:t>
            </a:r>
            <a:r>
              <a:rPr lang="en-US" altLang="zh-CN" sz="2400" b="0" strike="noStrike" noProof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19</a:t>
            </a:r>
            <a:r>
              <a:rPr lang="zh-CN" altLang="en-US" sz="2400" b="0" strike="noStrike" noProof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个外部中断</a:t>
            </a:r>
            <a:r>
              <a:rPr lang="en-US" altLang="zh-CN" sz="2400" b="0" strike="noStrike" noProof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/</a:t>
            </a:r>
            <a:r>
              <a:rPr lang="zh-CN" altLang="en-US" sz="2400" b="0" strike="noStrike" noProof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事件请求：</a:t>
            </a:r>
            <a:endParaRPr lang="en-US" altLang="zh-CN" sz="2400" b="0" strike="noStrike" noProof="1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457200" lvl="1" indent="0" eaLnBrk="1" fontAlgn="base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None/>
            </a:pPr>
            <a:r>
              <a:rPr lang="zh-CN" altLang="zh-CN" sz="2000" strike="noStrike" noProof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线</a:t>
            </a:r>
            <a:r>
              <a:rPr lang="en-US" altLang="zh-CN" sz="2000" strike="noStrike" noProof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0~15</a:t>
            </a:r>
            <a:r>
              <a:rPr lang="zh-CN" altLang="zh-CN" sz="2000" strike="noStrike" noProof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：对应外部</a:t>
            </a:r>
            <a:r>
              <a:rPr lang="en-US" altLang="zh-CN" sz="2000" strike="noStrike" noProof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IO</a:t>
            </a:r>
            <a:r>
              <a:rPr lang="zh-CN" altLang="zh-CN" sz="2000" strike="noStrike" noProof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口的</a:t>
            </a:r>
            <a:r>
              <a:rPr lang="zh-CN" altLang="en-US" sz="2000" strike="noStrike" noProof="1" dirty="0">
                <a:ln w="12700">
                  <a:solidFill>
                    <a:schemeClr val="tx1"/>
                  </a:solidFill>
                  <a:prstDash val="solid"/>
                </a:ln>
                <a:solidFill>
                  <a:schemeClr val="dk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输入中断</a:t>
            </a:r>
            <a:r>
              <a:rPr lang="zh-CN" altLang="zh-CN" sz="2000" strike="noStrike" noProof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。</a:t>
            </a:r>
            <a:endParaRPr lang="zh-CN" altLang="zh-CN" sz="2000" strike="noStrike" noProof="1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457200" lvl="1" indent="0" eaLnBrk="1" fontAlgn="base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None/>
            </a:pPr>
            <a:r>
              <a:rPr lang="zh-CN" altLang="zh-CN" sz="2000" strike="noStrike" noProof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线</a:t>
            </a:r>
            <a:r>
              <a:rPr lang="en-US" altLang="zh-CN" sz="2000" strike="noStrike" noProof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16</a:t>
            </a:r>
            <a:r>
              <a:rPr lang="zh-CN" altLang="zh-CN" sz="2000" strike="noStrike" noProof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：连接到</a:t>
            </a:r>
            <a:r>
              <a:rPr lang="en-US" altLang="zh-CN" sz="2000" strike="noStrike" noProof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PVD</a:t>
            </a:r>
            <a:r>
              <a:rPr lang="zh-CN" altLang="zh-CN" sz="2000" strike="noStrike" noProof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（低电压检测）输出。</a:t>
            </a:r>
            <a:endParaRPr lang="zh-CN" altLang="zh-CN" sz="2000" strike="noStrike" noProof="1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457200" lvl="1" indent="0" eaLnBrk="1" fontAlgn="base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None/>
            </a:pPr>
            <a:r>
              <a:rPr lang="zh-CN" altLang="zh-CN" sz="2000" strike="noStrike" noProof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线</a:t>
            </a:r>
            <a:r>
              <a:rPr lang="en-US" altLang="zh-CN" sz="2000" strike="noStrike" noProof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17</a:t>
            </a:r>
            <a:r>
              <a:rPr lang="zh-CN" altLang="zh-CN" sz="2000" strike="noStrike" noProof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：连接到</a:t>
            </a:r>
            <a:r>
              <a:rPr lang="en-US" altLang="zh-CN" sz="2000" strike="noStrike" noProof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RTC</a:t>
            </a:r>
            <a:r>
              <a:rPr lang="zh-CN" altLang="zh-CN" sz="2000" strike="noStrike" noProof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闹钟事件。</a:t>
            </a:r>
            <a:endParaRPr lang="zh-CN" altLang="zh-CN" sz="2000" strike="noStrike" noProof="1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457200" lvl="1" indent="0" eaLnBrk="1" fontAlgn="base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None/>
            </a:pPr>
            <a:r>
              <a:rPr lang="zh-CN" altLang="zh-CN" sz="2000" strike="noStrike" noProof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线</a:t>
            </a:r>
            <a:r>
              <a:rPr lang="en-US" altLang="zh-CN" sz="2000" strike="noStrike" noProof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18</a:t>
            </a:r>
            <a:r>
              <a:rPr lang="zh-CN" altLang="zh-CN" sz="2000" strike="noStrike" noProof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：连接到</a:t>
            </a:r>
            <a:r>
              <a:rPr lang="en-US" altLang="zh-CN" sz="2000" strike="noStrike" noProof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USB</a:t>
            </a:r>
            <a:r>
              <a:rPr lang="zh-CN" altLang="zh-CN" sz="2000" strike="noStrike" noProof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唤醒事件。</a:t>
            </a:r>
            <a:endParaRPr lang="en-US" altLang="zh-CN" sz="2000" strike="noStrike" noProof="1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457200" lvl="1" indent="0" eaLnBrk="1" fontAlgn="base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None/>
            </a:pPr>
            <a:endParaRPr lang="en-US" altLang="zh-CN" sz="2000" strike="noStrike" noProof="1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457200" lvl="1" indent="0" eaLnBrk="1" fontAlgn="base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None/>
            </a:pPr>
            <a:r>
              <a:rPr lang="zh-CN" altLang="en-US" sz="2000" strike="noStrike" noProof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每个外部中断线可以独立的配置触发方式（上升沿，下降沿或者双边沿触发），触发</a:t>
            </a:r>
            <a:r>
              <a:rPr lang="en-US" altLang="zh-CN" sz="2000" strike="noStrike" noProof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/</a:t>
            </a:r>
            <a:r>
              <a:rPr lang="zh-CN" altLang="en-US" sz="2000" strike="noStrike" noProof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屏蔽，专用的状态位。</a:t>
            </a:r>
            <a:endParaRPr lang="en-US" altLang="zh-CN" sz="2000" strike="noStrike" noProof="1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457200" lvl="1" indent="0" eaLnBrk="1" fontAlgn="base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None/>
            </a:pPr>
            <a:endParaRPr lang="en-US" altLang="zh-CN" sz="2000" strike="noStrike" noProof="1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457200" lvl="1" indent="0" eaLnBrk="1" fontAlgn="base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None/>
            </a:pPr>
            <a:r>
              <a:rPr lang="zh-CN" altLang="en-US" sz="2000" strike="noStrike" noProof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从上面可以看出，</a:t>
            </a:r>
            <a:r>
              <a:rPr lang="en-US" altLang="zh-CN" sz="2000" strike="noStrike" noProof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STM32</a:t>
            </a:r>
            <a:r>
              <a:rPr lang="zh-CN" altLang="en-US" sz="2000" strike="noStrike" noProof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供</a:t>
            </a:r>
            <a:r>
              <a:rPr lang="en-US" altLang="zh-CN" sz="2000" strike="noStrike" noProof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IO</a:t>
            </a:r>
            <a:r>
              <a:rPr lang="zh-CN" altLang="en-US" sz="2000" strike="noStrike" noProof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使用的</a:t>
            </a:r>
            <a:r>
              <a:rPr lang="zh-CN" altLang="en-US" sz="2000" strike="noStrike" noProof="1" dirty="0">
                <a:ln w="12700">
                  <a:solidFill>
                    <a:schemeClr val="tx1"/>
                  </a:solidFill>
                  <a:prstDash val="solid"/>
                </a:ln>
                <a:solidFill>
                  <a:schemeClr val="dk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中断线</a:t>
            </a:r>
            <a:r>
              <a:rPr lang="zh-CN" altLang="en-US" sz="2000" strike="noStrike" noProof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只有</a:t>
            </a:r>
            <a:r>
              <a:rPr lang="en-US" altLang="zh-CN" sz="2000" strike="noStrike" noProof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16</a:t>
            </a:r>
            <a:r>
              <a:rPr lang="zh-CN" altLang="en-US" sz="2000" strike="noStrike" noProof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个，但是</a:t>
            </a:r>
            <a:r>
              <a:rPr lang="en-US" altLang="zh-CN" sz="2000" strike="noStrike" noProof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STM32F10x</a:t>
            </a:r>
            <a:r>
              <a:rPr lang="zh-CN" altLang="en-US" sz="2000" strike="noStrike" noProof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系列的</a:t>
            </a:r>
            <a:r>
              <a:rPr lang="en-US" altLang="zh-CN" sz="2000" strike="noStrike" noProof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IO</a:t>
            </a:r>
            <a:r>
              <a:rPr lang="zh-CN" altLang="en-US" sz="2000" strike="noStrike" noProof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口多达上百个，</a:t>
            </a:r>
            <a:r>
              <a:rPr lang="en-US" altLang="zh-CN" sz="2000" strike="noStrike" noProof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STM32F103ZET6(112),</a:t>
            </a:r>
            <a:endParaRPr lang="en-US" altLang="zh-CN" sz="2000" strike="noStrike" noProof="1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457200" lvl="1" indent="0" eaLnBrk="1" fontAlgn="base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None/>
            </a:pPr>
            <a:r>
              <a:rPr lang="en-US" altLang="zh-CN" sz="2000" strike="noStrike" noProof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STM32F103RCT6(51)</a:t>
            </a:r>
            <a:r>
              <a:rPr lang="zh-CN" altLang="en-US" sz="2000" strike="noStrike" noProof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，那么中断线怎么跟</a:t>
            </a:r>
            <a:r>
              <a:rPr lang="en-US" altLang="zh-CN" sz="2000" strike="noStrike" noProof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io</a:t>
            </a:r>
            <a:r>
              <a:rPr lang="zh-CN" altLang="en-US" sz="2000" strike="noStrike" noProof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口对应呢？</a:t>
            </a:r>
            <a:endParaRPr lang="zh-CN" altLang="en-US" sz="2000" strike="noStrike" noProof="1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  <p:custDataLst>
      <p:tags r:id="rId7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2168525" y="759460"/>
            <a:ext cx="8126730" cy="5909310"/>
          </a:xfrm>
          <a:prstGeom prst="rect">
            <a:avLst/>
          </a:prstGeom>
        </p:spPr>
      </p:pic>
      <p:sp>
        <p:nvSpPr>
          <p:cNvPr id="15376" name="TextBox 22"/>
          <p:cNvSpPr txBox="1"/>
          <p:nvPr>
            <p:custDataLst>
              <p:tags r:id="rId3"/>
            </p:custDataLst>
          </p:nvPr>
        </p:nvSpPr>
        <p:spPr>
          <a:xfrm>
            <a:off x="302260" y="158750"/>
            <a:ext cx="5205413" cy="64516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r>
              <a:rPr lang="en-US" altLang="zh-CN" sz="36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3.1 </a:t>
            </a:r>
            <a:r>
              <a:rPr lang="zh-CN" altLang="en-US" sz="36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外部中断概述</a:t>
            </a:r>
            <a:endParaRPr lang="zh-CN" altLang="en-US" sz="36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5376" name="TextBox 22"/>
          <p:cNvSpPr txBox="1"/>
          <p:nvPr>
            <p:custDataLst>
              <p:tags r:id="rId1"/>
            </p:custDataLst>
          </p:nvPr>
        </p:nvSpPr>
        <p:spPr>
          <a:xfrm>
            <a:off x="302260" y="158750"/>
            <a:ext cx="5205413" cy="64516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r>
              <a:rPr lang="en-US" altLang="zh-CN" sz="36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3.1 </a:t>
            </a:r>
            <a:r>
              <a:rPr lang="zh-CN" altLang="en-US" sz="36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外部中断概述</a:t>
            </a:r>
            <a:endParaRPr lang="zh-CN" altLang="en-US" sz="36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129030" y="1415415"/>
            <a:ext cx="10660380" cy="13220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2000" b="1"/>
              <a:t>中断线 (Interrupt Line):</a:t>
            </a:r>
            <a:endParaRPr lang="zh-CN" altLang="en-US" sz="2000" b="1"/>
          </a:p>
          <a:p>
            <a:endParaRPr lang="zh-CN" altLang="en-US" sz="20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2000"/>
              <a:t>定义: 中断线是硬件上的一个信号线，当特定事件发生时，它会发送一个中断请求到CPU。</a:t>
            </a:r>
            <a:endParaRPr lang="zh-CN" altLang="en-US" sz="20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2000"/>
              <a:t>作用: 它表明了哪个特定的硬件模块或外部事件请求中断。</a:t>
            </a:r>
            <a:endParaRPr lang="zh-CN" altLang="en-US" sz="2000"/>
          </a:p>
        </p:txBody>
      </p:sp>
      <p:sp>
        <p:nvSpPr>
          <p:cNvPr id="3" name="文本框 2"/>
          <p:cNvSpPr txBox="1"/>
          <p:nvPr/>
        </p:nvSpPr>
        <p:spPr>
          <a:xfrm>
            <a:off x="1129030" y="2990215"/>
            <a:ext cx="10138410" cy="13220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2000" b="1"/>
              <a:t>中断向量 (Interrupt Vector):</a:t>
            </a:r>
            <a:endParaRPr lang="zh-CN" altLang="en-US" sz="2000" b="1"/>
          </a:p>
          <a:p>
            <a:endParaRPr lang="zh-CN" altLang="en-US" sz="20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2000"/>
              <a:t>定义: 中断向量是中断源与其对应的中断服务函数地址之间的映射表。</a:t>
            </a:r>
            <a:endParaRPr lang="zh-CN" altLang="en-US" sz="20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2000"/>
              <a:t>作用: 当中断发生时，中断控制器查找中断向量表以确定要执行哪个中断服务函数。</a:t>
            </a:r>
            <a:endParaRPr lang="zh-CN" altLang="en-US" sz="2000"/>
          </a:p>
        </p:txBody>
      </p:sp>
      <p:sp>
        <p:nvSpPr>
          <p:cNvPr id="4" name="文本框 3"/>
          <p:cNvSpPr txBox="1"/>
          <p:nvPr/>
        </p:nvSpPr>
        <p:spPr>
          <a:xfrm>
            <a:off x="1129665" y="4565015"/>
            <a:ext cx="10137775" cy="13220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2000" b="1"/>
              <a:t>中断服务函数 (Interrupt Service Routine, ISR):</a:t>
            </a:r>
            <a:endParaRPr lang="zh-CN" altLang="en-US" sz="2000" b="1"/>
          </a:p>
          <a:p>
            <a:endParaRPr lang="zh-CN" altLang="en-US" sz="20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2000"/>
              <a:t>定义: ISR是当中断发生时需要执行的具体函数或一段代码。</a:t>
            </a:r>
            <a:endParaRPr lang="zh-CN" altLang="en-US" sz="20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2000"/>
              <a:t>作用: 它包含了响应中断的实际操作，例如读取数据、清除标志或执行其他必要任务。</a:t>
            </a:r>
            <a:endParaRPr lang="zh-CN" altLang="en-US" sz="20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tx2"/>
            </a:gs>
            <a:gs pos="100000">
              <a:schemeClr val="bg2"/>
            </a:gs>
          </a:gsLst>
          <a:lin ang="0" scaled="1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31" name="等腰三角形 30"/>
          <p:cNvSpPr/>
          <p:nvPr userDrawn="1">
            <p:custDataLst>
              <p:tags r:id="rId1"/>
            </p:custDataLst>
          </p:nvPr>
        </p:nvSpPr>
        <p:spPr>
          <a:xfrm rot="2315082">
            <a:off x="260985" y="6021705"/>
            <a:ext cx="533400" cy="459740"/>
          </a:xfrm>
          <a:prstGeom prst="triangle">
            <a:avLst/>
          </a:prstGeom>
          <a:gradFill flip="none" rotWithShape="1">
            <a:gsLst>
              <a:gs pos="0">
                <a:schemeClr val="bg2"/>
              </a:gs>
              <a:gs pos="100000">
                <a:schemeClr val="tx2"/>
              </a:gs>
            </a:gsLst>
            <a:lin ang="0" scaled="0"/>
          </a:gradFill>
          <a:ln>
            <a:noFill/>
          </a:ln>
          <a:effectLst>
            <a:outerShdw blurRad="342900" sx="114000" sy="114000" algn="ctr" rotWithShape="0">
              <a:schemeClr val="accent1">
                <a:lumMod val="50000"/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lvl="0" algn="ctr"/>
            <a:endParaRPr lang="zh-CN" altLang="en-US" sz="1600" baseline="0">
              <a:solidFill>
                <a:schemeClr val="accent3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28" name="组合 27"/>
          <p:cNvGrpSpPr/>
          <p:nvPr userDrawn="1">
            <p:custDataLst>
              <p:tags r:id="rId2"/>
            </p:custDataLst>
          </p:nvPr>
        </p:nvGrpSpPr>
        <p:grpSpPr>
          <a:xfrm rot="1322092">
            <a:off x="11132185" y="305435"/>
            <a:ext cx="780415" cy="671195"/>
            <a:chOff x="11170458" y="527508"/>
            <a:chExt cx="780362" cy="670898"/>
          </a:xfrm>
        </p:grpSpPr>
        <p:sp>
          <p:nvSpPr>
            <p:cNvPr id="29" name="等腰三角形 28"/>
            <p:cNvSpPr/>
            <p:nvPr userDrawn="1">
              <p:custDataLst>
                <p:tags r:id="rId3"/>
              </p:custDataLst>
            </p:nvPr>
          </p:nvSpPr>
          <p:spPr>
            <a:xfrm rot="693652" flipV="1">
              <a:off x="11170458" y="920188"/>
              <a:ext cx="322734" cy="278218"/>
            </a:xfrm>
            <a:prstGeom prst="triangle">
              <a:avLst/>
            </a:prstGeom>
            <a:gradFill flip="none" rotWithShape="1">
              <a:gsLst>
                <a:gs pos="0">
                  <a:schemeClr val="bg2"/>
                </a:gs>
                <a:gs pos="100000">
                  <a:schemeClr val="tx2"/>
                </a:gs>
              </a:gsLst>
              <a:lin ang="0" scaled="0"/>
            </a:gradFill>
            <a:ln>
              <a:noFill/>
            </a:ln>
            <a:effectLst>
              <a:outerShdw blurRad="342900" sx="114000" sy="114000" algn="ctr" rotWithShape="0">
                <a:schemeClr val="accent1">
                  <a:lumMod val="50000"/>
                  <a:alpha val="2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lvl="0" algn="ctr"/>
              <a:endParaRPr lang="zh-CN" altLang="en-US" sz="1600" baseline="0">
                <a:solidFill>
                  <a:schemeClr val="accent3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0" name="等腰三角形 29"/>
            <p:cNvSpPr/>
            <p:nvPr userDrawn="1">
              <p:custDataLst>
                <p:tags r:id="rId4"/>
              </p:custDataLst>
            </p:nvPr>
          </p:nvSpPr>
          <p:spPr>
            <a:xfrm rot="18492899" flipV="1">
              <a:off x="11650344" y="549766"/>
              <a:ext cx="322734" cy="278218"/>
            </a:xfrm>
            <a:prstGeom prst="triangle">
              <a:avLst/>
            </a:prstGeom>
            <a:gradFill flip="none" rotWithShape="1">
              <a:gsLst>
                <a:gs pos="0">
                  <a:schemeClr val="bg2"/>
                </a:gs>
                <a:gs pos="100000">
                  <a:schemeClr val="tx2"/>
                </a:gs>
              </a:gsLst>
              <a:lin ang="0" scaled="0"/>
            </a:gradFill>
            <a:ln>
              <a:noFill/>
            </a:ln>
            <a:effectLst>
              <a:outerShdw blurRad="342900" sx="114000" sy="114000" algn="ctr" rotWithShape="0">
                <a:schemeClr val="accent1">
                  <a:lumMod val="50000"/>
                  <a:alpha val="2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lvl="0" algn="ctr"/>
              <a:endParaRPr lang="zh-CN" altLang="en-US" sz="1600" baseline="0">
                <a:solidFill>
                  <a:schemeClr val="accent3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pic>
        <p:nvPicPr>
          <p:cNvPr id="16401" name="Picture 2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1316990" y="1057910"/>
            <a:ext cx="5255895" cy="5465445"/>
          </a:xfrm>
          <a:prstGeom prst="rect">
            <a:avLst/>
          </a:prstGeom>
          <a:noFill/>
          <a:ln w="9525">
            <a:noFill/>
          </a:ln>
          <a:effectLst>
            <a:prstShdw prst="shdw13" dist="53882" dir="13499999">
              <a:schemeClr val="lt2">
                <a:alpha val="50000"/>
              </a:schemeClr>
            </a:prstShdw>
          </a:effectLst>
        </p:spPr>
      </p:pic>
      <p:sp>
        <p:nvSpPr>
          <p:cNvPr id="16402" name="TextBox 1"/>
          <p:cNvSpPr txBox="1"/>
          <p:nvPr>
            <p:custDataLst>
              <p:tags r:id="rId7"/>
            </p:custDataLst>
          </p:nvPr>
        </p:nvSpPr>
        <p:spPr>
          <a:xfrm>
            <a:off x="6904038" y="1652588"/>
            <a:ext cx="3425190" cy="156845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r>
              <a:rPr lang="en-US" altLang="zh-CN" sz="24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GPIOx.0</a:t>
            </a:r>
            <a:r>
              <a:rPr lang="zh-CN" altLang="en-US" sz="24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映射到</a:t>
            </a:r>
            <a:r>
              <a:rPr lang="en-US" altLang="zh-CN" sz="24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EXTI0</a:t>
            </a:r>
            <a:endParaRPr lang="en-US" altLang="zh-CN" sz="24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r>
              <a:rPr lang="en-US" altLang="zh-CN" sz="24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GPIOx.1</a:t>
            </a:r>
            <a:r>
              <a:rPr lang="zh-CN" altLang="en-US" sz="24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映射到</a:t>
            </a:r>
            <a:r>
              <a:rPr lang="en-US" altLang="zh-CN" sz="24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EXTI1</a:t>
            </a:r>
            <a:endParaRPr lang="en-US" altLang="zh-CN" sz="24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r>
              <a:rPr lang="en-US" altLang="zh-CN" sz="24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…</a:t>
            </a:r>
            <a:endParaRPr lang="en-US" altLang="zh-CN" sz="24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r>
              <a:rPr lang="en-US" altLang="zh-CN" sz="24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GPIOx.15</a:t>
            </a:r>
            <a:r>
              <a:rPr lang="zh-CN" altLang="en-US" sz="24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映射到</a:t>
            </a:r>
            <a:r>
              <a:rPr lang="en-US" altLang="zh-CN" sz="24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EXTI15</a:t>
            </a:r>
            <a:endParaRPr lang="en-US" altLang="zh-CN" sz="24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6403" name="文本框 1"/>
          <p:cNvSpPr txBox="1"/>
          <p:nvPr>
            <p:custDataLst>
              <p:tags r:id="rId8"/>
            </p:custDataLst>
          </p:nvPr>
        </p:nvSpPr>
        <p:spPr>
          <a:xfrm>
            <a:off x="6904355" y="4170680"/>
            <a:ext cx="3591560" cy="156845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r>
              <a:rPr lang="zh-CN" altLang="en-US" sz="24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宋体" panose="02010600030101010101" pitchFamily="2" charset="-122"/>
              </a:rPr>
              <a:t>对于每个中断线，我们可以设置相应的触发方式（上升沿触发，下降沿触发，边沿触发）以及使能。</a:t>
            </a:r>
            <a:endParaRPr lang="zh-CN" altLang="en-US" sz="24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宋体" panose="02010600030101010101" pitchFamily="2" charset="-122"/>
            </a:endParaRPr>
          </a:p>
        </p:txBody>
      </p:sp>
      <p:sp>
        <p:nvSpPr>
          <p:cNvPr id="2" name="TextBox 22"/>
          <p:cNvSpPr txBox="1"/>
          <p:nvPr>
            <p:custDataLst>
              <p:tags r:id="rId9"/>
            </p:custDataLst>
          </p:nvPr>
        </p:nvSpPr>
        <p:spPr>
          <a:xfrm>
            <a:off x="302260" y="158750"/>
            <a:ext cx="5205413" cy="64516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r>
              <a:rPr lang="en-US" altLang="zh-CN" sz="36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3.1 </a:t>
            </a:r>
            <a:r>
              <a:rPr lang="zh-CN" altLang="en-US" sz="36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外部中断概述</a:t>
            </a:r>
            <a:endParaRPr lang="zh-CN" altLang="en-US" sz="36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custDataLst>
      <p:tags r:id="rId10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tx2"/>
            </a:gs>
            <a:gs pos="100000">
              <a:schemeClr val="bg2"/>
            </a:gs>
          </a:gsLst>
          <a:lin ang="0" scaled="1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31" name="等腰三角形 30"/>
          <p:cNvSpPr/>
          <p:nvPr userDrawn="1">
            <p:custDataLst>
              <p:tags r:id="rId1"/>
            </p:custDataLst>
          </p:nvPr>
        </p:nvSpPr>
        <p:spPr>
          <a:xfrm rot="2315082">
            <a:off x="260985" y="6021705"/>
            <a:ext cx="533400" cy="459740"/>
          </a:xfrm>
          <a:prstGeom prst="triangle">
            <a:avLst/>
          </a:prstGeom>
          <a:gradFill flip="none" rotWithShape="1">
            <a:gsLst>
              <a:gs pos="0">
                <a:schemeClr val="bg2"/>
              </a:gs>
              <a:gs pos="100000">
                <a:schemeClr val="tx2"/>
              </a:gs>
            </a:gsLst>
            <a:lin ang="0" scaled="0"/>
          </a:gradFill>
          <a:ln>
            <a:noFill/>
          </a:ln>
          <a:effectLst>
            <a:outerShdw blurRad="342900" sx="114000" sy="114000" algn="ctr" rotWithShape="0">
              <a:schemeClr val="accent1">
                <a:lumMod val="50000"/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lvl="0" algn="ctr"/>
            <a:endParaRPr lang="zh-CN" altLang="en-US" sz="1600" baseline="0">
              <a:solidFill>
                <a:schemeClr val="accent3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28" name="组合 27"/>
          <p:cNvGrpSpPr/>
          <p:nvPr userDrawn="1">
            <p:custDataLst>
              <p:tags r:id="rId2"/>
            </p:custDataLst>
          </p:nvPr>
        </p:nvGrpSpPr>
        <p:grpSpPr>
          <a:xfrm rot="1322092">
            <a:off x="11132185" y="305435"/>
            <a:ext cx="780415" cy="671195"/>
            <a:chOff x="11170458" y="527508"/>
            <a:chExt cx="780362" cy="670898"/>
          </a:xfrm>
        </p:grpSpPr>
        <p:sp>
          <p:nvSpPr>
            <p:cNvPr id="29" name="等腰三角形 28"/>
            <p:cNvSpPr/>
            <p:nvPr userDrawn="1">
              <p:custDataLst>
                <p:tags r:id="rId3"/>
              </p:custDataLst>
            </p:nvPr>
          </p:nvSpPr>
          <p:spPr>
            <a:xfrm rot="693652" flipV="1">
              <a:off x="11170458" y="920188"/>
              <a:ext cx="322734" cy="278218"/>
            </a:xfrm>
            <a:prstGeom prst="triangle">
              <a:avLst/>
            </a:prstGeom>
            <a:gradFill flip="none" rotWithShape="1">
              <a:gsLst>
                <a:gs pos="0">
                  <a:schemeClr val="bg2"/>
                </a:gs>
                <a:gs pos="100000">
                  <a:schemeClr val="tx2"/>
                </a:gs>
              </a:gsLst>
              <a:lin ang="0" scaled="0"/>
            </a:gradFill>
            <a:ln>
              <a:noFill/>
            </a:ln>
            <a:effectLst>
              <a:outerShdw blurRad="342900" sx="114000" sy="114000" algn="ctr" rotWithShape="0">
                <a:schemeClr val="accent1">
                  <a:lumMod val="50000"/>
                  <a:alpha val="2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lvl="0" algn="ctr"/>
              <a:endParaRPr lang="zh-CN" altLang="en-US" sz="1600" baseline="0">
                <a:solidFill>
                  <a:schemeClr val="accent3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0" name="等腰三角形 29"/>
            <p:cNvSpPr/>
            <p:nvPr userDrawn="1">
              <p:custDataLst>
                <p:tags r:id="rId4"/>
              </p:custDataLst>
            </p:nvPr>
          </p:nvSpPr>
          <p:spPr>
            <a:xfrm rot="18492899" flipV="1">
              <a:off x="11650344" y="549766"/>
              <a:ext cx="322734" cy="278218"/>
            </a:xfrm>
            <a:prstGeom prst="triangle">
              <a:avLst/>
            </a:prstGeom>
            <a:gradFill flip="none" rotWithShape="1">
              <a:gsLst>
                <a:gs pos="0">
                  <a:schemeClr val="bg2"/>
                </a:gs>
                <a:gs pos="100000">
                  <a:schemeClr val="tx2"/>
                </a:gs>
              </a:gsLst>
              <a:lin ang="0" scaled="0"/>
            </a:gradFill>
            <a:ln>
              <a:noFill/>
            </a:ln>
            <a:effectLst>
              <a:outerShdw blurRad="342900" sx="114000" sy="114000" algn="ctr" rotWithShape="0">
                <a:schemeClr val="accent1">
                  <a:lumMod val="50000"/>
                  <a:alpha val="2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lvl="0" algn="ctr"/>
              <a:endParaRPr lang="zh-CN" altLang="en-US" sz="1600" baseline="0">
                <a:solidFill>
                  <a:schemeClr val="accent3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17425" name="TextBox 1"/>
          <p:cNvSpPr txBox="1"/>
          <p:nvPr>
            <p:custDataLst>
              <p:tags r:id="rId5"/>
            </p:custDataLst>
          </p:nvPr>
        </p:nvSpPr>
        <p:spPr>
          <a:xfrm>
            <a:off x="1692275" y="1174750"/>
            <a:ext cx="7597775" cy="460375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pPr marL="285750" indent="-285750">
              <a:buFont typeface="Wingdings" panose="05000000000000000000" pitchFamily="2" charset="2"/>
              <a:buChar char="u"/>
            </a:pPr>
            <a:r>
              <a:rPr lang="zh-CN" altLang="en-US" sz="24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是不是</a:t>
            </a:r>
            <a:r>
              <a:rPr lang="en-US" altLang="zh-CN" sz="24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16</a:t>
            </a:r>
            <a:r>
              <a:rPr lang="zh-CN" altLang="en-US" sz="24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个中断线就可以分配</a:t>
            </a:r>
            <a:r>
              <a:rPr lang="en-US" altLang="zh-CN" sz="24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16</a:t>
            </a:r>
            <a:r>
              <a:rPr lang="zh-CN" altLang="en-US" sz="24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个中断服务函数呢？</a:t>
            </a:r>
            <a:endParaRPr lang="zh-CN" altLang="en-US" sz="24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7426" name="TextBox 2"/>
          <p:cNvSpPr txBox="1"/>
          <p:nvPr>
            <p:custDataLst>
              <p:tags r:id="rId6"/>
            </p:custDataLst>
          </p:nvPr>
        </p:nvSpPr>
        <p:spPr>
          <a:xfrm>
            <a:off x="1692275" y="1860550"/>
            <a:ext cx="8619490" cy="829945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pPr marL="285750" indent="-285750">
              <a:buFont typeface="Wingdings" panose="05000000000000000000" pitchFamily="2" charset="2"/>
              <a:buChar char="u"/>
            </a:pPr>
            <a:r>
              <a:rPr lang="en-US" altLang="zh-CN" sz="24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IO</a:t>
            </a:r>
            <a:r>
              <a:rPr lang="zh-CN" altLang="en-US" sz="24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口外部中断在中断向量表中只分配了</a:t>
            </a:r>
            <a:r>
              <a:rPr lang="en-US" altLang="zh-CN" sz="24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7</a:t>
            </a:r>
            <a:r>
              <a:rPr lang="zh-CN" altLang="en-US" sz="24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个中断向量，也就是</a:t>
            </a:r>
            <a:endParaRPr lang="en-US" altLang="zh-CN" sz="24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285750" indent="-285750"/>
            <a:r>
              <a:rPr lang="en-US" altLang="zh-CN" sz="24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</a:t>
            </a:r>
            <a:r>
              <a:rPr lang="zh-CN" altLang="en-US" sz="24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只能使用</a:t>
            </a:r>
            <a:r>
              <a:rPr lang="en-US" altLang="zh-CN" sz="24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7</a:t>
            </a:r>
            <a:r>
              <a:rPr lang="zh-CN" altLang="en-US" sz="24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个中断服务函数</a:t>
            </a:r>
            <a:endParaRPr lang="zh-CN" altLang="en-US" sz="24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17427" name="Picture 2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8"/>
          <a:stretch>
            <a:fillRect/>
          </a:stretch>
        </p:blipFill>
        <p:spPr>
          <a:xfrm>
            <a:off x="2208213" y="2868613"/>
            <a:ext cx="6972300" cy="2114550"/>
          </a:xfrm>
          <a:prstGeom prst="rect">
            <a:avLst/>
          </a:prstGeom>
          <a:noFill/>
          <a:ln w="9525">
            <a:noFill/>
          </a:ln>
          <a:effectLst>
            <a:prstShdw prst="shdw13" dist="53882" dir="13499999">
              <a:schemeClr val="lt2">
                <a:alpha val="50000"/>
              </a:schemeClr>
            </a:prstShdw>
          </a:effectLst>
        </p:spPr>
      </p:pic>
      <p:sp>
        <p:nvSpPr>
          <p:cNvPr id="17428" name="TextBox 3"/>
          <p:cNvSpPr txBox="1"/>
          <p:nvPr>
            <p:custDataLst>
              <p:tags r:id="rId9"/>
            </p:custDataLst>
          </p:nvPr>
        </p:nvSpPr>
        <p:spPr>
          <a:xfrm>
            <a:off x="1692275" y="5243830"/>
            <a:ext cx="8644890" cy="119888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pPr marL="285750" indent="-285750" algn="just">
              <a:buFont typeface="Wingdings" panose="05000000000000000000" pitchFamily="2" charset="2"/>
              <a:buChar char="u"/>
            </a:pPr>
            <a:r>
              <a:rPr lang="zh-CN" altLang="en-US" sz="24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从表中可以看出，外部中断线</a:t>
            </a:r>
            <a:r>
              <a:rPr lang="en-US" altLang="zh-CN" sz="24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5~9</a:t>
            </a:r>
            <a:r>
              <a:rPr lang="zh-CN" altLang="en-US" sz="24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分配一个中断向量，共用一个中断服务函数，外部中断线</a:t>
            </a:r>
            <a:r>
              <a:rPr lang="en-US" altLang="zh-CN" sz="24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10~15</a:t>
            </a:r>
            <a:r>
              <a:rPr lang="zh-CN" altLang="en-US" sz="24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分配一个中断向量，共用一个中断服务函数。</a:t>
            </a:r>
            <a:endParaRPr lang="zh-CN" altLang="en-US" sz="24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2" name="TextBox 22"/>
          <p:cNvSpPr txBox="1"/>
          <p:nvPr>
            <p:custDataLst>
              <p:tags r:id="rId10"/>
            </p:custDataLst>
          </p:nvPr>
        </p:nvSpPr>
        <p:spPr>
          <a:xfrm>
            <a:off x="302260" y="158750"/>
            <a:ext cx="5205413" cy="64516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r>
              <a:rPr lang="en-US" altLang="zh-CN" sz="36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3.1 </a:t>
            </a:r>
            <a:r>
              <a:rPr lang="zh-CN" altLang="en-US" sz="36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外部中断概述</a:t>
            </a:r>
            <a:endParaRPr lang="zh-CN" altLang="en-US" sz="36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custDataLst>
      <p:tags r:id="rId11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tx2"/>
            </a:gs>
            <a:gs pos="100000">
              <a:schemeClr val="bg2"/>
            </a:gs>
          </a:gsLst>
          <a:lin ang="0" scaled="1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32" name="等腰三角形 31"/>
          <p:cNvSpPr/>
          <p:nvPr userDrawn="1">
            <p:custDataLst>
              <p:tags r:id="rId1"/>
            </p:custDataLst>
          </p:nvPr>
        </p:nvSpPr>
        <p:spPr>
          <a:xfrm rot="2315082">
            <a:off x="260985" y="6021705"/>
            <a:ext cx="533400" cy="459740"/>
          </a:xfrm>
          <a:prstGeom prst="triangle">
            <a:avLst/>
          </a:prstGeom>
          <a:gradFill flip="none" rotWithShape="1">
            <a:gsLst>
              <a:gs pos="0">
                <a:schemeClr val="bg2"/>
              </a:gs>
              <a:gs pos="100000">
                <a:schemeClr val="tx2"/>
              </a:gs>
            </a:gsLst>
            <a:lin ang="0" scaled="0"/>
          </a:gradFill>
          <a:ln>
            <a:noFill/>
          </a:ln>
          <a:effectLst>
            <a:outerShdw blurRad="342900" sx="114000" sy="114000" algn="ctr" rotWithShape="0">
              <a:schemeClr val="accent1">
                <a:lumMod val="50000"/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lvl="0" algn="ctr"/>
            <a:endParaRPr lang="zh-CN" altLang="en-US" sz="1600" baseline="0">
              <a:solidFill>
                <a:schemeClr val="accent3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29" name="组合 28"/>
          <p:cNvGrpSpPr/>
          <p:nvPr userDrawn="1">
            <p:custDataLst>
              <p:tags r:id="rId2"/>
            </p:custDataLst>
          </p:nvPr>
        </p:nvGrpSpPr>
        <p:grpSpPr>
          <a:xfrm rot="1322092">
            <a:off x="11132185" y="305435"/>
            <a:ext cx="780415" cy="671195"/>
            <a:chOff x="11170458" y="527508"/>
            <a:chExt cx="780362" cy="670898"/>
          </a:xfrm>
        </p:grpSpPr>
        <p:sp>
          <p:nvSpPr>
            <p:cNvPr id="30" name="等腰三角形 29"/>
            <p:cNvSpPr/>
            <p:nvPr userDrawn="1">
              <p:custDataLst>
                <p:tags r:id="rId3"/>
              </p:custDataLst>
            </p:nvPr>
          </p:nvSpPr>
          <p:spPr>
            <a:xfrm rot="693652" flipV="1">
              <a:off x="11170458" y="920188"/>
              <a:ext cx="322734" cy="278218"/>
            </a:xfrm>
            <a:prstGeom prst="triangle">
              <a:avLst/>
            </a:prstGeom>
            <a:gradFill flip="none" rotWithShape="1">
              <a:gsLst>
                <a:gs pos="0">
                  <a:schemeClr val="bg2"/>
                </a:gs>
                <a:gs pos="100000">
                  <a:schemeClr val="tx2"/>
                </a:gs>
              </a:gsLst>
              <a:lin ang="0" scaled="0"/>
            </a:gradFill>
            <a:ln>
              <a:noFill/>
            </a:ln>
            <a:effectLst>
              <a:outerShdw blurRad="342900" sx="114000" sy="114000" algn="ctr" rotWithShape="0">
                <a:schemeClr val="accent1">
                  <a:lumMod val="50000"/>
                  <a:alpha val="2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lvl="0" algn="ctr"/>
              <a:endParaRPr lang="zh-CN" altLang="en-US" sz="1600" baseline="0">
                <a:solidFill>
                  <a:schemeClr val="accent3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1" name="等腰三角形 30"/>
            <p:cNvSpPr/>
            <p:nvPr userDrawn="1">
              <p:custDataLst>
                <p:tags r:id="rId4"/>
              </p:custDataLst>
            </p:nvPr>
          </p:nvSpPr>
          <p:spPr>
            <a:xfrm rot="18492899" flipV="1">
              <a:off x="11650344" y="549766"/>
              <a:ext cx="322734" cy="278218"/>
            </a:xfrm>
            <a:prstGeom prst="triangle">
              <a:avLst/>
            </a:prstGeom>
            <a:gradFill flip="none" rotWithShape="1">
              <a:gsLst>
                <a:gs pos="0">
                  <a:schemeClr val="bg2"/>
                </a:gs>
                <a:gs pos="100000">
                  <a:schemeClr val="tx2"/>
                </a:gs>
              </a:gsLst>
              <a:lin ang="0" scaled="0"/>
            </a:gradFill>
            <a:ln>
              <a:noFill/>
            </a:ln>
            <a:effectLst>
              <a:outerShdw blurRad="342900" sx="114000" sy="114000" algn="ctr" rotWithShape="0">
                <a:schemeClr val="accent1">
                  <a:lumMod val="50000"/>
                  <a:alpha val="2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lvl="0" algn="ctr"/>
              <a:endParaRPr lang="zh-CN" altLang="en-US" sz="1600" baseline="0">
                <a:solidFill>
                  <a:schemeClr val="accent3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2" name="TextBox 1"/>
          <p:cNvSpPr txBox="1"/>
          <p:nvPr>
            <p:custDataLst>
              <p:tags r:id="rId5"/>
            </p:custDataLst>
          </p:nvPr>
        </p:nvSpPr>
        <p:spPr>
          <a:xfrm>
            <a:off x="2136775" y="3489325"/>
            <a:ext cx="7343775" cy="2416175"/>
          </a:xfrm>
          <a:prstGeom prst="rect">
            <a:avLst/>
          </a:prstGeom>
          <a:solidFill>
            <a:schemeClr val="lt1">
              <a:lumMod val="75000"/>
            </a:schemeClr>
          </a:solidFill>
          <a:ln>
            <a:noFill/>
          </a:ln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1800" b="0" i="0" u="none" strike="noStrike" kern="1200" cap="none" spc="0" normalizeH="0" baseline="0" noProof="0" smtClean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EXTI0_IRQHandler           </a:t>
            </a:r>
            <a:endParaRPr kumimoji="0" lang="en-US" altLang="zh-CN" sz="1800" b="0" i="0" u="none" strike="noStrike" kern="1200" cap="none" spc="0" normalizeH="0" baseline="0" noProof="0" smtClean="0">
              <a:ln>
                <a:noFill/>
              </a:ln>
              <a:solidFill>
                <a:schemeClr val="dk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1800" b="0" i="0" u="none" strike="noStrike" kern="1200" cap="none" spc="0" normalizeH="0" baseline="0" noProof="0" smtClean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EXTI1_IRQHandler</a:t>
            </a:r>
            <a:endParaRPr kumimoji="0" lang="en-US" altLang="zh-CN" sz="1800" b="0" i="0" u="none" strike="noStrike" kern="1200" cap="none" spc="0" normalizeH="0" baseline="0" noProof="0" smtClean="0">
              <a:ln>
                <a:noFill/>
              </a:ln>
              <a:solidFill>
                <a:schemeClr val="dk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1800" b="0" i="0" u="none" strike="noStrike" kern="1200" cap="none" spc="0" normalizeH="0" baseline="0" noProof="0" smtClean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EXTI2_IRQHandler           </a:t>
            </a:r>
            <a:endParaRPr kumimoji="0" lang="en-US" altLang="zh-CN" sz="1800" b="0" i="0" u="none" strike="noStrike" kern="1200" cap="none" spc="0" normalizeH="0" baseline="0" noProof="0" smtClean="0">
              <a:ln>
                <a:noFill/>
              </a:ln>
              <a:solidFill>
                <a:schemeClr val="dk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1800" b="0" i="0" u="none" strike="noStrike" kern="1200" cap="none" spc="0" normalizeH="0" baseline="0" noProof="0" smtClean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EXTI3_IRQHandler           </a:t>
            </a:r>
            <a:endParaRPr kumimoji="0" lang="en-US" altLang="zh-CN" sz="1800" b="0" i="0" u="none" strike="noStrike" kern="1200" cap="none" spc="0" normalizeH="0" baseline="0" noProof="0" smtClean="0">
              <a:ln>
                <a:noFill/>
              </a:ln>
              <a:solidFill>
                <a:schemeClr val="dk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1800" b="0" i="0" u="none" strike="noStrike" kern="1200" cap="none" spc="0" normalizeH="0" baseline="0" noProof="0" smtClean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EXTI4_IRQHandler           </a:t>
            </a:r>
            <a:endParaRPr kumimoji="0" lang="en-US" altLang="zh-CN" sz="1800" b="0" i="0" u="none" strike="noStrike" kern="1200" cap="none" spc="0" normalizeH="0" baseline="0" noProof="0" smtClean="0">
              <a:ln>
                <a:noFill/>
              </a:ln>
              <a:solidFill>
                <a:schemeClr val="dk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1800" b="0" i="0" u="none" strike="noStrike" kern="1200" cap="none" spc="0" normalizeH="0" baseline="0" noProof="0" smtClean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EXTI9_5_IRQHandler         </a:t>
            </a:r>
            <a:endParaRPr kumimoji="0" lang="en-US" altLang="zh-CN" sz="1800" b="0" i="0" u="none" strike="noStrike" kern="1200" cap="none" spc="0" normalizeH="0" baseline="0" noProof="0" smtClean="0">
              <a:ln>
                <a:noFill/>
              </a:ln>
              <a:solidFill>
                <a:schemeClr val="dk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1800" b="0" i="0" u="none" strike="noStrike" kern="1200" cap="none" spc="0" normalizeH="0" baseline="0" noProof="0" smtClean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EXTI15_10_IRQHandler       </a:t>
            </a:r>
            <a:endParaRPr kumimoji="0" lang="en-US" altLang="zh-CN" sz="1800" b="0" i="0" u="none" strike="noStrike" kern="1200" cap="none" spc="0" normalizeH="0" baseline="0" noProof="0" smtClean="0">
              <a:ln>
                <a:noFill/>
              </a:ln>
              <a:solidFill>
                <a:schemeClr val="dk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8450" name="TextBox 2"/>
          <p:cNvSpPr txBox="1"/>
          <p:nvPr>
            <p:custDataLst>
              <p:tags r:id="rId6"/>
            </p:custDataLst>
          </p:nvPr>
        </p:nvSpPr>
        <p:spPr>
          <a:xfrm>
            <a:off x="1943100" y="2722563"/>
            <a:ext cx="3840480" cy="52197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pPr marL="457200" indent="-457200">
              <a:buFont typeface="Wingdings" panose="05000000000000000000" pitchFamily="2" charset="2"/>
              <a:buChar char="n"/>
            </a:pPr>
            <a:r>
              <a:rPr lang="zh-CN" altLang="en-US" sz="2800" b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中断服务函数列表：</a:t>
            </a:r>
            <a:endParaRPr lang="zh-CN" altLang="en-US" sz="2800" b="1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TextBox 22"/>
          <p:cNvSpPr txBox="1"/>
          <p:nvPr>
            <p:custDataLst>
              <p:tags r:id="rId7"/>
            </p:custDataLst>
          </p:nvPr>
        </p:nvSpPr>
        <p:spPr>
          <a:xfrm>
            <a:off x="302260" y="158750"/>
            <a:ext cx="5205413" cy="64516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r>
              <a:rPr lang="en-US" altLang="zh-CN" sz="36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3.1 </a:t>
            </a:r>
            <a:r>
              <a:rPr lang="zh-CN" altLang="en-US" sz="36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外部中断概述</a:t>
            </a:r>
            <a:endParaRPr lang="zh-CN" altLang="en-US" sz="36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TextBox 2"/>
          <p:cNvSpPr txBox="1"/>
          <p:nvPr>
            <p:custDataLst>
              <p:tags r:id="rId8"/>
            </p:custDataLst>
          </p:nvPr>
        </p:nvSpPr>
        <p:spPr>
          <a:xfrm>
            <a:off x="1943100" y="1076008"/>
            <a:ext cx="3484880" cy="52197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pPr marL="457200" indent="-457200">
              <a:buFont typeface="Wingdings" panose="05000000000000000000" pitchFamily="2" charset="2"/>
              <a:buChar char="n"/>
            </a:pPr>
            <a:r>
              <a:rPr lang="zh-CN" altLang="en-US" sz="2800" b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外部中断</a:t>
            </a:r>
            <a:r>
              <a:rPr lang="zh-CN" altLang="en-US" sz="2800" b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寄存器：</a:t>
            </a:r>
            <a:endParaRPr lang="zh-CN" altLang="en-US" sz="2800" b="1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425" name="TextBox 1"/>
          <p:cNvSpPr txBox="1"/>
          <p:nvPr>
            <p:custDataLst>
              <p:tags r:id="rId9"/>
            </p:custDataLst>
          </p:nvPr>
        </p:nvSpPr>
        <p:spPr>
          <a:xfrm>
            <a:off x="2136775" y="1870710"/>
            <a:ext cx="4688205" cy="460375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pPr>
              <a:buFont typeface="Wingdings" panose="05000000000000000000" pitchFamily="2" charset="2"/>
            </a:pPr>
            <a:r>
              <a:rPr lang="zh-CN" altLang="en-US" sz="24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参考中文参考手册</a:t>
            </a:r>
            <a:r>
              <a:rPr lang="en-US" altLang="zh-CN" sz="24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9.3</a:t>
            </a:r>
            <a:r>
              <a:rPr lang="zh-CN" altLang="en-US" sz="24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节（</a:t>
            </a:r>
            <a:r>
              <a:rPr lang="en-US" altLang="zh-CN" sz="24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P138</a:t>
            </a:r>
            <a:r>
              <a:rPr lang="zh-CN" altLang="en-US" sz="24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）</a:t>
            </a:r>
            <a:endParaRPr lang="zh-CN" altLang="en-US" sz="24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  <p:custDataLst>
      <p:tags r:id="rId10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tx2"/>
            </a:gs>
            <a:gs pos="100000">
              <a:schemeClr val="bg2"/>
            </a:gs>
          </a:gsLst>
          <a:lin ang="0" scaled="1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31" name="等腰三角形 30"/>
          <p:cNvSpPr/>
          <p:nvPr userDrawn="1">
            <p:custDataLst>
              <p:tags r:id="rId1"/>
            </p:custDataLst>
          </p:nvPr>
        </p:nvSpPr>
        <p:spPr>
          <a:xfrm rot="2315082">
            <a:off x="260985" y="6021705"/>
            <a:ext cx="533400" cy="459740"/>
          </a:xfrm>
          <a:prstGeom prst="triangle">
            <a:avLst/>
          </a:prstGeom>
          <a:gradFill flip="none" rotWithShape="1">
            <a:gsLst>
              <a:gs pos="0">
                <a:schemeClr val="bg2"/>
              </a:gs>
              <a:gs pos="100000">
                <a:schemeClr val="tx2"/>
              </a:gs>
            </a:gsLst>
            <a:lin ang="0" scaled="0"/>
          </a:gradFill>
          <a:ln>
            <a:noFill/>
          </a:ln>
          <a:effectLst>
            <a:outerShdw blurRad="342900" sx="114000" sy="114000" algn="ctr" rotWithShape="0">
              <a:schemeClr val="accent1">
                <a:lumMod val="50000"/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lvl="0" algn="ctr"/>
            <a:endParaRPr lang="zh-CN" altLang="en-US" sz="1600" baseline="0">
              <a:solidFill>
                <a:schemeClr val="accent3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28" name="组合 27"/>
          <p:cNvGrpSpPr/>
          <p:nvPr userDrawn="1">
            <p:custDataLst>
              <p:tags r:id="rId2"/>
            </p:custDataLst>
          </p:nvPr>
        </p:nvGrpSpPr>
        <p:grpSpPr>
          <a:xfrm rot="1322092">
            <a:off x="11132185" y="305435"/>
            <a:ext cx="780415" cy="671195"/>
            <a:chOff x="11170458" y="527508"/>
            <a:chExt cx="780362" cy="670898"/>
          </a:xfrm>
        </p:grpSpPr>
        <p:sp>
          <p:nvSpPr>
            <p:cNvPr id="29" name="等腰三角形 28"/>
            <p:cNvSpPr/>
            <p:nvPr userDrawn="1">
              <p:custDataLst>
                <p:tags r:id="rId3"/>
              </p:custDataLst>
            </p:nvPr>
          </p:nvSpPr>
          <p:spPr>
            <a:xfrm rot="693652" flipV="1">
              <a:off x="11170458" y="920188"/>
              <a:ext cx="322734" cy="278218"/>
            </a:xfrm>
            <a:prstGeom prst="triangle">
              <a:avLst/>
            </a:prstGeom>
            <a:gradFill flip="none" rotWithShape="1">
              <a:gsLst>
                <a:gs pos="0">
                  <a:schemeClr val="bg2"/>
                </a:gs>
                <a:gs pos="100000">
                  <a:schemeClr val="tx2"/>
                </a:gs>
              </a:gsLst>
              <a:lin ang="0" scaled="0"/>
            </a:gradFill>
            <a:ln>
              <a:noFill/>
            </a:ln>
            <a:effectLst>
              <a:outerShdw blurRad="342900" sx="114000" sy="114000" algn="ctr" rotWithShape="0">
                <a:schemeClr val="accent1">
                  <a:lumMod val="50000"/>
                  <a:alpha val="2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lvl="0" algn="ctr"/>
              <a:endParaRPr lang="zh-CN" altLang="en-US" sz="1600" baseline="0">
                <a:solidFill>
                  <a:schemeClr val="accent3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0" name="等腰三角形 29"/>
            <p:cNvSpPr/>
            <p:nvPr userDrawn="1">
              <p:custDataLst>
                <p:tags r:id="rId4"/>
              </p:custDataLst>
            </p:nvPr>
          </p:nvSpPr>
          <p:spPr>
            <a:xfrm rot="18492899" flipV="1">
              <a:off x="11650344" y="549766"/>
              <a:ext cx="322734" cy="278218"/>
            </a:xfrm>
            <a:prstGeom prst="triangle">
              <a:avLst/>
            </a:prstGeom>
            <a:gradFill flip="none" rotWithShape="1">
              <a:gsLst>
                <a:gs pos="0">
                  <a:schemeClr val="bg2"/>
                </a:gs>
                <a:gs pos="100000">
                  <a:schemeClr val="tx2"/>
                </a:gs>
              </a:gsLst>
              <a:lin ang="0" scaled="0"/>
            </a:gradFill>
            <a:ln>
              <a:noFill/>
            </a:ln>
            <a:effectLst>
              <a:outerShdw blurRad="342900" sx="114000" sy="114000" algn="ctr" rotWithShape="0">
                <a:schemeClr val="accent1">
                  <a:lumMod val="50000"/>
                  <a:alpha val="2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lvl="0" algn="ctr"/>
              <a:endParaRPr lang="zh-CN" altLang="en-US" sz="1600" baseline="0">
                <a:solidFill>
                  <a:schemeClr val="accent3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19473" name="TextBox 4"/>
          <p:cNvSpPr txBox="1"/>
          <p:nvPr>
            <p:custDataLst>
              <p:tags r:id="rId5"/>
            </p:custDataLst>
          </p:nvPr>
        </p:nvSpPr>
        <p:spPr>
          <a:xfrm>
            <a:off x="1901825" y="1185545"/>
            <a:ext cx="3840480" cy="52197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pPr marL="457200" indent="-457200">
              <a:buFont typeface="Wingdings" panose="05000000000000000000" pitchFamily="2" charset="2"/>
              <a:buChar char="u"/>
            </a:pPr>
            <a:r>
              <a:rPr lang="zh-CN" altLang="en-US" sz="2800" b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外部中断常用库函数</a:t>
            </a:r>
            <a:endParaRPr lang="zh-CN" altLang="en-US" sz="2800" b="1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293" name="TextBox 5"/>
          <p:cNvSpPr txBox="1"/>
          <p:nvPr>
            <p:custDataLst>
              <p:tags r:id="rId6"/>
            </p:custDataLst>
          </p:nvPr>
        </p:nvSpPr>
        <p:spPr>
          <a:xfrm>
            <a:off x="1931988" y="1959293"/>
            <a:ext cx="9810115" cy="40925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j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+mj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j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j-lt"/>
              </a:defRPr>
            </a:lvl5pPr>
          </a:lstStyle>
          <a:p>
            <a:pPr marL="0" lvl="0" indent="0" eaLnBrk="1" fontAlgn="base" hangingPunct="1">
              <a:spcBef>
                <a:spcPct val="0"/>
              </a:spcBef>
              <a:buClrTx/>
              <a:buNone/>
            </a:pPr>
            <a:r>
              <a:rPr lang="zh-CN" altLang="en-US" sz="2000" b="0" i="1" strike="noStrike" noProof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①</a:t>
            </a:r>
            <a:r>
              <a:rPr lang="en-US" altLang="zh-CN" sz="2000" b="0" i="1" strike="noStrike" noProof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void GPIO_EXTILineConfig(uint8_t GPIO_PortSource, uint8_t GPIO_PinSource);</a:t>
            </a:r>
            <a:endParaRPr lang="zh-CN" altLang="zh-CN" sz="2000" b="0" i="1" strike="noStrike" noProof="1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lvl="0" indent="0" eaLnBrk="1" fontAlgn="base" hangingPunct="1">
              <a:spcBef>
                <a:spcPct val="0"/>
              </a:spcBef>
              <a:buClrTx/>
              <a:buNone/>
            </a:pPr>
            <a:r>
              <a:rPr lang="en-US" altLang="zh-CN" sz="2000" b="0" i="1" strike="noStrike" noProof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//</a:t>
            </a:r>
            <a:r>
              <a:rPr lang="zh-CN" altLang="en-US" sz="2000" b="0" strike="noStrike" noProof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设置</a:t>
            </a:r>
            <a:r>
              <a:rPr lang="en-US" altLang="zh-CN" sz="2000" b="0" strike="noStrike" noProof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IO</a:t>
            </a:r>
            <a:r>
              <a:rPr lang="zh-CN" altLang="en-US" sz="2000" b="0" strike="noStrike" noProof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口与中断线的映射关系</a:t>
            </a:r>
            <a:endParaRPr lang="en-US" altLang="zh-CN" sz="2000" b="0" strike="noStrike" noProof="1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lvl="0" indent="0" eaLnBrk="1" fontAlgn="base" hangingPunct="1">
              <a:spcBef>
                <a:spcPct val="0"/>
              </a:spcBef>
              <a:buClrTx/>
              <a:buNone/>
            </a:pPr>
            <a:endParaRPr lang="en-US" altLang="zh-CN" sz="2000" b="0" i="1" strike="noStrike" noProof="1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lvl="0" indent="0" eaLnBrk="1" fontAlgn="base" hangingPunct="1">
              <a:spcBef>
                <a:spcPct val="0"/>
              </a:spcBef>
              <a:buClrTx/>
              <a:buNone/>
            </a:pPr>
            <a:r>
              <a:rPr lang="en-US" altLang="zh-CN" sz="2000" b="0" i="1" strike="noStrike" noProof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exp:  GPIO_EXTILineConfig(GPIO_PortSourceGPIOE,GPIO_PinSource2);</a:t>
            </a:r>
            <a:endParaRPr lang="en-US" altLang="zh-CN" sz="2000" b="0" i="1" strike="noStrike" noProof="1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lvl="0" indent="0" eaLnBrk="1" fontAlgn="base" hangingPunct="1">
              <a:spcBef>
                <a:spcPct val="0"/>
              </a:spcBef>
              <a:buClrTx/>
              <a:buNone/>
            </a:pPr>
            <a:endParaRPr lang="en-US" altLang="zh-CN" sz="2000" b="0" i="1" strike="noStrike" noProof="1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lvl="0" indent="0" eaLnBrk="1" fontAlgn="base" hangingPunct="1">
              <a:spcBef>
                <a:spcPct val="0"/>
              </a:spcBef>
              <a:buClrTx/>
              <a:buNone/>
            </a:pPr>
            <a:r>
              <a:rPr lang="en-US" altLang="zh-CN" sz="2000" b="0" i="1" strike="noStrike" noProof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②void EXTI_Init(EXTI_InitTypeDef* EXTI_InitStruct);</a:t>
            </a:r>
            <a:endParaRPr lang="zh-CN" altLang="zh-CN" sz="2000" b="0" strike="noStrike" noProof="1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lvl="0" indent="0" eaLnBrk="1" fontAlgn="base" hangingPunct="1">
              <a:spcBef>
                <a:spcPct val="0"/>
              </a:spcBef>
              <a:buClrTx/>
              <a:buNone/>
            </a:pPr>
            <a:r>
              <a:rPr lang="en-US" altLang="zh-CN" sz="2000" b="0" i="1" strike="noStrike" noProof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//</a:t>
            </a:r>
            <a:r>
              <a:rPr lang="zh-CN" altLang="en-US" sz="2000" b="0" strike="noStrike" noProof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初始化中断线：触发方式等</a:t>
            </a:r>
            <a:endParaRPr lang="en-US" altLang="zh-CN" sz="2000" b="0" strike="noStrike" noProof="1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lvl="0" indent="0" eaLnBrk="1" fontAlgn="base" hangingPunct="1">
              <a:spcBef>
                <a:spcPct val="0"/>
              </a:spcBef>
              <a:buClrTx/>
              <a:buNone/>
            </a:pPr>
            <a:endParaRPr lang="en-US" altLang="zh-CN" sz="2000" b="0" strike="noStrike" noProof="1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lvl="0" indent="0" eaLnBrk="1" fontAlgn="base" hangingPunct="1">
              <a:spcBef>
                <a:spcPct val="0"/>
              </a:spcBef>
              <a:buClrTx/>
              <a:buNone/>
            </a:pPr>
            <a:r>
              <a:rPr lang="en-US" altLang="zh-CN" sz="2000" b="0" i="1" strike="noStrike" noProof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③ITStatus EXTI_GetITStatus(uint32_t EXTI_Line);</a:t>
            </a:r>
            <a:endParaRPr lang="en-US" altLang="zh-CN" sz="2000" b="0" i="1" strike="noStrike" noProof="1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lvl="0" indent="0" eaLnBrk="1" fontAlgn="base" hangingPunct="1">
              <a:spcBef>
                <a:spcPct val="0"/>
              </a:spcBef>
              <a:buClrTx/>
              <a:buNone/>
            </a:pPr>
            <a:r>
              <a:rPr lang="en-US" altLang="zh-CN" sz="2000" b="0" strike="noStrike" noProof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//</a:t>
            </a:r>
            <a:r>
              <a:rPr lang="zh-CN" altLang="en-US" sz="2000" b="0" strike="noStrike" noProof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判断中断线中断状态，是否发生</a:t>
            </a:r>
            <a:endParaRPr lang="en-US" altLang="zh-CN" sz="2000" b="0" strike="noStrike" noProof="1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lvl="0" indent="0" eaLnBrk="1" fontAlgn="base" hangingPunct="1">
              <a:spcBef>
                <a:spcPct val="0"/>
              </a:spcBef>
              <a:buClrTx/>
              <a:buNone/>
            </a:pPr>
            <a:endParaRPr lang="en-US" altLang="zh-CN" sz="2000" b="0" strike="noStrike" noProof="1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lvl="0" indent="0" eaLnBrk="1" fontAlgn="base" hangingPunct="1">
              <a:spcBef>
                <a:spcPct val="0"/>
              </a:spcBef>
              <a:buClrTx/>
              <a:buNone/>
            </a:pPr>
            <a:r>
              <a:rPr lang="en-US" altLang="zh-CN" sz="2000" b="0" i="1" strike="noStrike" noProof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④void EXTI_ClearITPendingBit(uint32_t EXTI_Line);</a:t>
            </a:r>
            <a:endParaRPr lang="en-US" altLang="zh-CN" sz="2000" b="0" i="1" strike="noStrike" noProof="1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lvl="0" indent="0" eaLnBrk="1" fontAlgn="base" hangingPunct="1">
              <a:spcBef>
                <a:spcPct val="0"/>
              </a:spcBef>
              <a:buClrTx/>
              <a:buNone/>
            </a:pPr>
            <a:r>
              <a:rPr lang="en-US" altLang="zh-CN" sz="2000" b="0" strike="noStrike" noProof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//</a:t>
            </a:r>
            <a:r>
              <a:rPr lang="zh-CN" altLang="en-US" sz="2000" b="0" strike="noStrike" noProof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清除中断线上的中断标志位</a:t>
            </a:r>
            <a:endParaRPr lang="zh-CN" altLang="en-US" sz="2000" b="0" strike="noStrike" noProof="1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2" name="TextBox 22"/>
          <p:cNvSpPr txBox="1"/>
          <p:nvPr>
            <p:custDataLst>
              <p:tags r:id="rId7"/>
            </p:custDataLst>
          </p:nvPr>
        </p:nvSpPr>
        <p:spPr>
          <a:xfrm>
            <a:off x="302260" y="158750"/>
            <a:ext cx="5205413" cy="64516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r>
              <a:rPr lang="en-US" altLang="zh-CN" sz="36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3.1 </a:t>
            </a:r>
            <a:r>
              <a:rPr lang="zh-CN" altLang="en-US" sz="36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外部中断概述</a:t>
            </a:r>
            <a:endParaRPr lang="zh-CN" altLang="en-US" sz="36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custDataLst>
      <p:tags r:id="rId8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tx2"/>
            </a:gs>
            <a:gs pos="100000">
              <a:schemeClr val="bg2"/>
            </a:gs>
          </a:gsLst>
          <a:lin ang="0" scaled="1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33" name="等腰三角形 32"/>
          <p:cNvSpPr/>
          <p:nvPr userDrawn="1">
            <p:custDataLst>
              <p:tags r:id="rId1"/>
            </p:custDataLst>
          </p:nvPr>
        </p:nvSpPr>
        <p:spPr>
          <a:xfrm rot="2315082">
            <a:off x="260985" y="6021705"/>
            <a:ext cx="533400" cy="459740"/>
          </a:xfrm>
          <a:prstGeom prst="triangle">
            <a:avLst/>
          </a:prstGeom>
          <a:gradFill flip="none" rotWithShape="1">
            <a:gsLst>
              <a:gs pos="0">
                <a:schemeClr val="bg2"/>
              </a:gs>
              <a:gs pos="100000">
                <a:schemeClr val="tx2"/>
              </a:gs>
            </a:gsLst>
            <a:lin ang="0" scaled="0"/>
          </a:gradFill>
          <a:ln>
            <a:noFill/>
          </a:ln>
          <a:effectLst>
            <a:outerShdw blurRad="342900" sx="114000" sy="114000" algn="ctr" rotWithShape="0">
              <a:schemeClr val="accent1">
                <a:lumMod val="50000"/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lvl="0" algn="ctr"/>
            <a:endParaRPr lang="zh-CN" altLang="en-US" sz="1600" baseline="0">
              <a:solidFill>
                <a:schemeClr val="accent3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30" name="组合 29"/>
          <p:cNvGrpSpPr/>
          <p:nvPr userDrawn="1">
            <p:custDataLst>
              <p:tags r:id="rId2"/>
            </p:custDataLst>
          </p:nvPr>
        </p:nvGrpSpPr>
        <p:grpSpPr>
          <a:xfrm rot="1322092">
            <a:off x="11132185" y="305435"/>
            <a:ext cx="780415" cy="671195"/>
            <a:chOff x="11170458" y="527508"/>
            <a:chExt cx="780362" cy="670898"/>
          </a:xfrm>
        </p:grpSpPr>
        <p:sp>
          <p:nvSpPr>
            <p:cNvPr id="31" name="等腰三角形 30"/>
            <p:cNvSpPr/>
            <p:nvPr userDrawn="1">
              <p:custDataLst>
                <p:tags r:id="rId3"/>
              </p:custDataLst>
            </p:nvPr>
          </p:nvSpPr>
          <p:spPr>
            <a:xfrm rot="693652" flipV="1">
              <a:off x="11170458" y="920188"/>
              <a:ext cx="322734" cy="278218"/>
            </a:xfrm>
            <a:prstGeom prst="triangle">
              <a:avLst/>
            </a:prstGeom>
            <a:gradFill flip="none" rotWithShape="1">
              <a:gsLst>
                <a:gs pos="0">
                  <a:schemeClr val="bg2"/>
                </a:gs>
                <a:gs pos="100000">
                  <a:schemeClr val="tx2"/>
                </a:gs>
              </a:gsLst>
              <a:lin ang="0" scaled="0"/>
            </a:gradFill>
            <a:ln>
              <a:noFill/>
            </a:ln>
            <a:effectLst>
              <a:outerShdw blurRad="342900" sx="114000" sy="114000" algn="ctr" rotWithShape="0">
                <a:schemeClr val="accent1">
                  <a:lumMod val="50000"/>
                  <a:alpha val="2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lvl="0" algn="ctr"/>
              <a:endParaRPr lang="zh-CN" altLang="en-US" sz="1600" baseline="0">
                <a:solidFill>
                  <a:schemeClr val="accent3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2" name="等腰三角形 31"/>
            <p:cNvSpPr/>
            <p:nvPr userDrawn="1">
              <p:custDataLst>
                <p:tags r:id="rId4"/>
              </p:custDataLst>
            </p:nvPr>
          </p:nvSpPr>
          <p:spPr>
            <a:xfrm rot="18492899" flipV="1">
              <a:off x="11650344" y="549766"/>
              <a:ext cx="322734" cy="278218"/>
            </a:xfrm>
            <a:prstGeom prst="triangle">
              <a:avLst/>
            </a:prstGeom>
            <a:gradFill flip="none" rotWithShape="1">
              <a:gsLst>
                <a:gs pos="0">
                  <a:schemeClr val="bg2"/>
                </a:gs>
                <a:gs pos="100000">
                  <a:schemeClr val="tx2"/>
                </a:gs>
              </a:gsLst>
              <a:lin ang="0" scaled="0"/>
            </a:gradFill>
            <a:ln>
              <a:noFill/>
            </a:ln>
            <a:effectLst>
              <a:outerShdw blurRad="342900" sx="114000" sy="114000" algn="ctr" rotWithShape="0">
                <a:schemeClr val="accent1">
                  <a:lumMod val="50000"/>
                  <a:alpha val="2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lvl="0" algn="ctr"/>
              <a:endParaRPr lang="zh-CN" altLang="en-US" sz="1600" baseline="0">
                <a:solidFill>
                  <a:schemeClr val="accent3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13316" name="TextBox 4"/>
          <p:cNvSpPr txBox="1"/>
          <p:nvPr>
            <p:custDataLst>
              <p:tags r:id="rId5"/>
            </p:custDataLst>
          </p:nvPr>
        </p:nvSpPr>
        <p:spPr>
          <a:xfrm>
            <a:off x="2093913" y="1154430"/>
            <a:ext cx="6027420" cy="89154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j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+mj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j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j-lt"/>
              </a:defRPr>
            </a:lvl5pPr>
          </a:lstStyle>
          <a:p>
            <a:pPr marL="457200" lvl="0" indent="-457200" eaLnBrk="1" fontAlgn="base" hangingPunct="1">
              <a:spcBef>
                <a:spcPct val="0"/>
              </a:spcBef>
              <a:buClrTx/>
              <a:buChar char="u"/>
            </a:pPr>
            <a:r>
              <a:rPr lang="en-US" altLang="zh-CN" b="0" strike="noStrike" noProof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EXTI_Init</a:t>
            </a:r>
            <a:r>
              <a:rPr lang="zh-CN" altLang="en-US" b="0" strike="noStrike" noProof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函数</a:t>
            </a:r>
            <a:endParaRPr lang="en-US" altLang="zh-CN" b="0" strike="noStrike" noProof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457200" lvl="0" indent="-457200" algn="l" eaLnBrk="1" fontAlgn="base" hangingPunct="1">
              <a:buClrTx/>
              <a:buSzTx/>
              <a:buFontTx/>
              <a:buNone/>
            </a:pPr>
            <a:r>
              <a:rPr lang="en-US" altLang="zh-CN" sz="2000" b="0" i="1" strike="noStrike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void EXTI_Init(EXTI_InitTypeDef* EXTI_InitStruct)</a:t>
            </a:r>
            <a:r>
              <a:rPr lang="en-US" altLang="zh-CN" sz="2000" b="0" i="1" strike="noStrike" noProof="0" dirty="0" err="1" smtClean="0">
                <a:ln>
                  <a:noFill/>
                </a:ln>
                <a:solidFill>
                  <a:schemeClr val="dk2">
                    <a:lumMod val="2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；</a:t>
            </a:r>
            <a:endParaRPr lang="en-US" altLang="zh-CN" sz="2000" b="0" i="1" strike="noStrike" noProof="0" dirty="0" err="1" smtClean="0">
              <a:ln>
                <a:noFill/>
              </a:ln>
              <a:solidFill>
                <a:schemeClr val="dk2">
                  <a:lumMod val="25000"/>
                </a:scheme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2" name="矩形 1"/>
          <p:cNvSpPr/>
          <p:nvPr>
            <p:custDataLst>
              <p:tags r:id="rId6"/>
            </p:custDataLst>
          </p:nvPr>
        </p:nvSpPr>
        <p:spPr>
          <a:xfrm>
            <a:off x="2094230" y="2212975"/>
            <a:ext cx="8170545" cy="2030095"/>
          </a:xfrm>
          <a:prstGeom prst="rect">
            <a:avLst/>
          </a:prstGeom>
          <a:solidFill>
            <a:schemeClr val="lt1">
              <a:lumMod val="7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typedef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struct</a:t>
            </a: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schemeClr val="dk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{</a:t>
            </a: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schemeClr val="dk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uint32_t </a:t>
            </a: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EXTI_Line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;   //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指定要配置的中断线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   </a:t>
            </a: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schemeClr val="dk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</a:t>
            </a: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EXTIMode_TypeDef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EXTI_Mode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;   //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模式：事件 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OR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中断</a:t>
            </a: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schemeClr val="dk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</a:t>
            </a: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EXTITrigger_TypeDef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EXTI_Trigger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;//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触发方式：上升沿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/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下降沿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/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双沿触发</a:t>
            </a: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schemeClr val="dk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</a:t>
            </a: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FunctionalState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EXTI_LineCmd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;  //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使能 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OR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失能</a:t>
            </a: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schemeClr val="dk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}</a:t>
            </a: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EXTI_InitTypeDef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;</a:t>
            </a: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schemeClr val="dk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3" name="TextBox 2"/>
          <p:cNvSpPr txBox="1"/>
          <p:nvPr>
            <p:custDataLst>
              <p:tags r:id="rId7"/>
            </p:custDataLst>
          </p:nvPr>
        </p:nvSpPr>
        <p:spPr>
          <a:xfrm>
            <a:off x="2092960" y="4655820"/>
            <a:ext cx="8172450" cy="1476375"/>
          </a:xfrm>
          <a:prstGeom prst="rect">
            <a:avLst/>
          </a:prstGeom>
          <a:solidFill>
            <a:schemeClr val="lt1">
              <a:lumMod val="75000"/>
            </a:schemeClr>
          </a:solidFill>
          <a:ln>
            <a:noFill/>
          </a:ln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sz="16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</a:t>
            </a:r>
            <a:r>
              <a:rPr kumimoji="0" lang="en-US" altLang="zh-CN" sz="18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EXTI_InitStructure.EXTI_Line</a:t>
            </a:r>
            <a:r>
              <a:rPr kumimoji="0" lang="en-US" altLang="zh-CN" sz="1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=EXTI_Line2;	 </a:t>
            </a:r>
            <a:endParaRPr kumimoji="0" lang="en-US" altLang="zh-CN" sz="1800" b="0" i="0" u="none" strike="noStrike" kern="1200" cap="none" spc="0" normalizeH="0" baseline="0" noProof="0" dirty="0" smtClean="0">
              <a:ln>
                <a:noFill/>
              </a:ln>
              <a:solidFill>
                <a:schemeClr val="dk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sz="1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</a:t>
            </a:r>
            <a:r>
              <a:rPr kumimoji="0" lang="en-US" altLang="zh-CN" sz="18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EXTI_InitStructure.EXTI_Mode</a:t>
            </a:r>
            <a:r>
              <a:rPr kumimoji="0" lang="en-US" altLang="zh-CN" sz="1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= </a:t>
            </a:r>
            <a:r>
              <a:rPr kumimoji="0" lang="en-US" altLang="zh-CN" sz="18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EXTI_Mode_Interrupt</a:t>
            </a:r>
            <a:r>
              <a:rPr kumimoji="0" lang="en-US" altLang="zh-CN" sz="1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;	</a:t>
            </a:r>
            <a:endParaRPr kumimoji="0" lang="en-US" altLang="zh-CN" sz="1800" b="0" i="0" u="none" strike="noStrike" kern="1200" cap="none" spc="0" normalizeH="0" baseline="0" noProof="0" dirty="0" smtClean="0">
              <a:ln>
                <a:noFill/>
              </a:ln>
              <a:solidFill>
                <a:schemeClr val="dk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sz="1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</a:t>
            </a:r>
            <a:r>
              <a:rPr kumimoji="0" lang="en-US" altLang="zh-CN" sz="18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EXTI_InitStructure.EXTI_Trigger</a:t>
            </a:r>
            <a:r>
              <a:rPr kumimoji="0" lang="en-US" altLang="zh-CN" sz="1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= </a:t>
            </a:r>
            <a:r>
              <a:rPr kumimoji="0" lang="en-US" altLang="zh-CN" sz="18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EXTI_Trigger_Falling</a:t>
            </a:r>
            <a:r>
              <a:rPr kumimoji="0" lang="en-US" altLang="zh-CN" sz="1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;</a:t>
            </a:r>
            <a:endParaRPr kumimoji="0" lang="en-US" altLang="zh-CN" sz="1800" b="0" i="0" u="none" strike="noStrike" kern="1200" cap="none" spc="0" normalizeH="0" baseline="0" noProof="0" dirty="0" smtClean="0">
              <a:ln>
                <a:noFill/>
              </a:ln>
              <a:solidFill>
                <a:schemeClr val="dk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sz="1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</a:t>
            </a:r>
            <a:r>
              <a:rPr kumimoji="0" lang="en-US" altLang="zh-CN" sz="18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EXTI_InitStructure.EXTI_LineCmd</a:t>
            </a:r>
            <a:r>
              <a:rPr kumimoji="0" lang="en-US" altLang="zh-CN" sz="1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= ENABLE;</a:t>
            </a:r>
            <a:endParaRPr kumimoji="0" lang="en-US" altLang="zh-CN" sz="1800" b="0" i="0" u="none" strike="noStrike" kern="1200" cap="none" spc="0" normalizeH="0" baseline="0" noProof="0" dirty="0" smtClean="0">
              <a:ln>
                <a:noFill/>
              </a:ln>
              <a:solidFill>
                <a:schemeClr val="dk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sz="1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</a:t>
            </a:r>
            <a:r>
              <a:rPr kumimoji="0" lang="en-US" altLang="zh-CN" sz="18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EXTI_Init</a:t>
            </a:r>
            <a:r>
              <a:rPr kumimoji="0" lang="en-US" altLang="zh-CN" sz="1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(&amp;</a:t>
            </a:r>
            <a:r>
              <a:rPr kumimoji="0" lang="en-US" altLang="zh-CN" sz="18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EXTI_InitStructure</a:t>
            </a:r>
            <a:r>
              <a:rPr kumimoji="0" lang="en-US" altLang="zh-CN" sz="1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);	</a:t>
            </a:r>
            <a:r>
              <a:rPr kumimoji="0" lang="en-US" altLang="zh-CN" sz="16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	</a:t>
            </a:r>
            <a:endParaRPr kumimoji="0" lang="en-US" altLang="zh-CN" sz="1600" b="0" i="0" u="none" strike="noStrike" kern="1200" cap="none" spc="0" normalizeH="0" baseline="0" noProof="0" dirty="0" smtClean="0">
              <a:ln>
                <a:noFill/>
              </a:ln>
              <a:solidFill>
                <a:schemeClr val="dk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4" name="TextBox 22"/>
          <p:cNvSpPr txBox="1"/>
          <p:nvPr>
            <p:custDataLst>
              <p:tags r:id="rId8"/>
            </p:custDataLst>
          </p:nvPr>
        </p:nvSpPr>
        <p:spPr>
          <a:xfrm>
            <a:off x="302260" y="158750"/>
            <a:ext cx="5205413" cy="64516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r>
              <a:rPr lang="en-US" altLang="zh-CN" sz="36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3.1 </a:t>
            </a:r>
            <a:r>
              <a:rPr lang="zh-CN" altLang="en-US" sz="36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外部中断概述</a:t>
            </a:r>
            <a:endParaRPr lang="zh-CN" altLang="en-US" sz="36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custDataLst>
      <p:tags r:id="rId9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tx2"/>
            </a:gs>
            <a:gs pos="100000">
              <a:schemeClr val="bg2"/>
            </a:gs>
          </a:gsLst>
          <a:lin ang="0" scaled="1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32" name="等腰三角形 31"/>
          <p:cNvSpPr/>
          <p:nvPr userDrawn="1">
            <p:custDataLst>
              <p:tags r:id="rId1"/>
            </p:custDataLst>
          </p:nvPr>
        </p:nvSpPr>
        <p:spPr>
          <a:xfrm rot="2315082">
            <a:off x="260985" y="6021705"/>
            <a:ext cx="533400" cy="459740"/>
          </a:xfrm>
          <a:prstGeom prst="triangle">
            <a:avLst/>
          </a:prstGeom>
          <a:gradFill flip="none" rotWithShape="1">
            <a:gsLst>
              <a:gs pos="0">
                <a:schemeClr val="bg2"/>
              </a:gs>
              <a:gs pos="100000">
                <a:schemeClr val="tx2"/>
              </a:gs>
            </a:gsLst>
            <a:lin ang="0" scaled="0"/>
          </a:gradFill>
          <a:ln>
            <a:noFill/>
          </a:ln>
          <a:effectLst>
            <a:outerShdw blurRad="342900" sx="114000" sy="114000" algn="ctr" rotWithShape="0">
              <a:schemeClr val="accent1">
                <a:lumMod val="50000"/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lvl="0" algn="ctr"/>
            <a:endParaRPr lang="zh-CN" altLang="en-US" sz="1600" baseline="0">
              <a:solidFill>
                <a:schemeClr val="accent3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29" name="组合 28"/>
          <p:cNvGrpSpPr/>
          <p:nvPr userDrawn="1">
            <p:custDataLst>
              <p:tags r:id="rId2"/>
            </p:custDataLst>
          </p:nvPr>
        </p:nvGrpSpPr>
        <p:grpSpPr>
          <a:xfrm rot="1322092">
            <a:off x="11132185" y="305435"/>
            <a:ext cx="780415" cy="671195"/>
            <a:chOff x="11170458" y="527508"/>
            <a:chExt cx="780362" cy="670898"/>
          </a:xfrm>
        </p:grpSpPr>
        <p:sp>
          <p:nvSpPr>
            <p:cNvPr id="30" name="等腰三角形 29"/>
            <p:cNvSpPr/>
            <p:nvPr userDrawn="1">
              <p:custDataLst>
                <p:tags r:id="rId3"/>
              </p:custDataLst>
            </p:nvPr>
          </p:nvSpPr>
          <p:spPr>
            <a:xfrm rot="693652" flipV="1">
              <a:off x="11170458" y="920188"/>
              <a:ext cx="322734" cy="278218"/>
            </a:xfrm>
            <a:prstGeom prst="triangle">
              <a:avLst/>
            </a:prstGeom>
            <a:gradFill flip="none" rotWithShape="1">
              <a:gsLst>
                <a:gs pos="0">
                  <a:schemeClr val="bg2"/>
                </a:gs>
                <a:gs pos="100000">
                  <a:schemeClr val="tx2"/>
                </a:gs>
              </a:gsLst>
              <a:lin ang="0" scaled="0"/>
            </a:gradFill>
            <a:ln>
              <a:noFill/>
            </a:ln>
            <a:effectLst>
              <a:outerShdw blurRad="342900" sx="114000" sy="114000" algn="ctr" rotWithShape="0">
                <a:schemeClr val="accent1">
                  <a:lumMod val="50000"/>
                  <a:alpha val="2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lvl="0" algn="ctr"/>
              <a:endParaRPr lang="zh-CN" altLang="en-US" sz="1600" baseline="0">
                <a:solidFill>
                  <a:schemeClr val="accent3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1" name="等腰三角形 30"/>
            <p:cNvSpPr/>
            <p:nvPr userDrawn="1">
              <p:custDataLst>
                <p:tags r:id="rId4"/>
              </p:custDataLst>
            </p:nvPr>
          </p:nvSpPr>
          <p:spPr>
            <a:xfrm rot="18492899" flipV="1">
              <a:off x="11650344" y="549766"/>
              <a:ext cx="322734" cy="278218"/>
            </a:xfrm>
            <a:prstGeom prst="triangle">
              <a:avLst/>
            </a:prstGeom>
            <a:gradFill flip="none" rotWithShape="1">
              <a:gsLst>
                <a:gs pos="0">
                  <a:schemeClr val="bg2"/>
                </a:gs>
                <a:gs pos="100000">
                  <a:schemeClr val="tx2"/>
                </a:gs>
              </a:gsLst>
              <a:lin ang="0" scaled="0"/>
            </a:gradFill>
            <a:ln>
              <a:noFill/>
            </a:ln>
            <a:effectLst>
              <a:outerShdw blurRad="342900" sx="114000" sy="114000" algn="ctr" rotWithShape="0">
                <a:schemeClr val="accent1">
                  <a:lumMod val="50000"/>
                  <a:alpha val="2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lvl="0" algn="ctr"/>
              <a:endParaRPr lang="zh-CN" altLang="en-US" sz="1600" baseline="0">
                <a:solidFill>
                  <a:schemeClr val="accent3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4" name="TextBox 3"/>
          <p:cNvSpPr txBox="1"/>
          <p:nvPr>
            <p:custDataLst>
              <p:tags r:id="rId5"/>
            </p:custDataLst>
          </p:nvPr>
        </p:nvSpPr>
        <p:spPr>
          <a:xfrm>
            <a:off x="2052638" y="1214438"/>
            <a:ext cx="7929245" cy="5335905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 marL="457200" indent="-4572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457200" marR="0" lvl="0" indent="-457200" algn="l" defTabSz="914400" rtl="0" eaLnBrk="1" fontAlgn="base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circleNumDbPlain"/>
            </a:pPr>
            <a:r>
              <a:rPr kumimoji="0" lang="zh-CN" altLang="zh-CN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初始化</a:t>
            </a:r>
            <a:r>
              <a:rPr kumimoji="0" lang="en-US" altLang="zh-CN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IO</a:t>
            </a:r>
            <a:r>
              <a:rPr kumimoji="0" lang="zh-CN" altLang="zh-CN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口为输入。</a:t>
            </a:r>
            <a:endParaRPr kumimoji="0" lang="en-US" altLang="zh-CN" sz="2000" b="0" i="0" u="none" strike="noStrike" kern="1200" cap="none" spc="0" normalizeH="0" baseline="0" noProof="0" dirty="0" smtClean="0">
              <a:ln>
                <a:noFill/>
              </a:ln>
              <a:solidFill>
                <a:schemeClr val="dk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457200" marR="0" lvl="0" indent="-457200" algn="l" defTabSz="914400" rtl="0" eaLnBrk="1" fontAlgn="base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2000" b="0" i="1" u="none" strike="noStrike" kern="1200" cap="none" spc="0" normalizeH="0" baseline="0" noProof="0" dirty="0" smtClean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</a:t>
            </a:r>
            <a:r>
              <a:rPr kumimoji="0" lang="en-US" altLang="zh-CN" sz="2000" b="0" i="1" u="none" strike="noStrike" kern="1200" cap="none" spc="0" normalizeH="0" baseline="0" noProof="0" dirty="0" err="1" smtClean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GPIO_Init</a:t>
            </a:r>
            <a:r>
              <a:rPr kumimoji="0" lang="en-US" altLang="zh-CN" sz="2000" b="0" i="1" u="none" strike="noStrike" kern="1200" cap="none" spc="0" normalizeH="0" baseline="0" noProof="0" dirty="0" smtClean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();</a:t>
            </a:r>
            <a:endParaRPr kumimoji="0" lang="zh-CN" altLang="zh-CN" sz="2000" b="0" i="1" u="none" strike="noStrike" kern="1200" cap="none" spc="0" normalizeH="0" baseline="0" noProof="0" dirty="0" smtClean="0">
              <a:ln>
                <a:noFill/>
              </a:ln>
              <a:solidFill>
                <a:schemeClr val="dk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marR="0" lvl="0" indent="0" algn="l" defTabSz="914400" rtl="0" eaLnBrk="1" fontAlgn="base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②</a:t>
            </a:r>
            <a:r>
              <a:rPr kumimoji="0" lang="en-US" altLang="zh-CN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</a:t>
            </a:r>
            <a:r>
              <a:rPr kumimoji="0" lang="zh-CN" altLang="zh-CN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开启</a:t>
            </a:r>
            <a:r>
              <a:rPr kumimoji="0" lang="en-US" altLang="zh-CN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IO</a:t>
            </a:r>
            <a:r>
              <a:rPr kumimoji="0" lang="zh-CN" altLang="zh-CN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口复用时钟</a:t>
            </a:r>
            <a:r>
              <a:rPr kumimoji="0" lang="zh-CN" alt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。</a:t>
            </a:r>
            <a:endParaRPr kumimoji="0" lang="en-US" altLang="zh-CN" sz="2000" b="0" i="0" u="none" strike="noStrike" kern="1200" cap="none" spc="0" normalizeH="0" baseline="0" noProof="0" dirty="0" smtClean="0">
              <a:ln>
                <a:noFill/>
              </a:ln>
              <a:solidFill>
                <a:schemeClr val="dk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457200" marR="0" lvl="0" indent="-457200" algn="l" defTabSz="914400" rtl="0" eaLnBrk="1" fontAlgn="base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</a:t>
            </a:r>
            <a:r>
              <a:rPr kumimoji="0" lang="en-US" altLang="zh-CN" sz="2000" b="0" i="1" u="none" strike="noStrike" kern="1200" cap="none" spc="0" normalizeH="0" baseline="0" noProof="0" dirty="0" err="1" smtClean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RCC_APB2PeriphClockCmd(RCC_APB2Periph_AFIO,ENABLE);</a:t>
            </a:r>
            <a:endParaRPr kumimoji="0" lang="en-US" altLang="zh-CN" sz="2000" b="0" i="1" u="none" strike="noStrike" kern="1200" cap="none" spc="0" normalizeH="0" baseline="0" noProof="0" dirty="0" err="1" smtClean="0">
              <a:ln>
                <a:noFill/>
              </a:ln>
              <a:solidFill>
                <a:schemeClr val="dk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457200" marR="0" lvl="0" indent="-457200" algn="l" defTabSz="914400" rtl="0" eaLnBrk="1" fontAlgn="base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circleNumDbPlain" startAt="3"/>
            </a:pPr>
            <a:r>
              <a:rPr kumimoji="0" lang="zh-CN" altLang="zh-CN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设置</a:t>
            </a:r>
            <a:r>
              <a:rPr kumimoji="0" lang="en-US" altLang="zh-CN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IO</a:t>
            </a:r>
            <a:r>
              <a:rPr kumimoji="0" lang="zh-CN" altLang="zh-CN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口与中断线的映射关系。</a:t>
            </a:r>
            <a:endParaRPr kumimoji="0" lang="en-US" altLang="zh-CN" sz="2000" b="0" i="0" u="none" strike="noStrike" kern="1200" cap="none" spc="0" normalizeH="0" baseline="0" noProof="0" dirty="0" smtClean="0">
              <a:ln>
                <a:noFill/>
              </a:ln>
              <a:solidFill>
                <a:schemeClr val="dk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457200" marR="0" lvl="0" indent="-457200" algn="l" defTabSz="914400" rtl="0" eaLnBrk="1" fontAlgn="base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1600" b="0" i="1" u="none" strike="noStrike" kern="1200" cap="none" spc="0" normalizeH="0" baseline="0" noProof="0" dirty="0" smtClean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</a:t>
            </a:r>
            <a:r>
              <a:rPr kumimoji="0" lang="en-US" altLang="zh-CN" sz="2000" b="0" i="1" u="none" strike="noStrike" kern="1200" cap="none" spc="0" normalizeH="0" baseline="0" noProof="0" dirty="0" err="1" smtClean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void GPIO_EXTILineConfig();</a:t>
            </a:r>
            <a:endParaRPr kumimoji="0" lang="en-US" altLang="zh-CN" sz="2000" b="0" i="1" u="none" strike="noStrike" kern="1200" cap="none" spc="0" normalizeH="0" baseline="0" noProof="0" dirty="0" err="1" smtClean="0">
              <a:ln>
                <a:noFill/>
              </a:ln>
              <a:solidFill>
                <a:schemeClr val="dk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457200" marR="0" lvl="0" indent="-457200" algn="l" defTabSz="914400" rtl="0" eaLnBrk="1" fontAlgn="base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circleNumDbPlain" startAt="4"/>
            </a:pPr>
            <a:r>
              <a:rPr kumimoji="0" lang="zh-CN" altLang="zh-CN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初始化线上中断，设置触发条件等。</a:t>
            </a:r>
            <a:endParaRPr kumimoji="0" lang="en-US" altLang="zh-CN" sz="2000" b="0" i="0" u="none" strike="noStrike" kern="1200" cap="none" spc="0" normalizeH="0" baseline="0" noProof="0" dirty="0" smtClean="0">
              <a:ln>
                <a:noFill/>
              </a:ln>
              <a:solidFill>
                <a:schemeClr val="dk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457200" marR="0" lvl="0" indent="-457200" algn="l" defTabSz="914400" rtl="0" eaLnBrk="1" fontAlgn="base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</a:t>
            </a:r>
            <a:r>
              <a:rPr kumimoji="0" lang="en-US" altLang="zh-CN" sz="2000" b="0" i="1" u="none" strike="noStrike" kern="1200" cap="none" spc="0" normalizeH="0" baseline="0" noProof="0" dirty="0" err="1" smtClean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EXTI_Init();</a:t>
            </a:r>
            <a:endParaRPr kumimoji="0" lang="en-US" altLang="zh-CN" sz="2000" b="0" i="1" u="none" strike="noStrike" kern="1200" cap="none" spc="0" normalizeH="0" baseline="0" noProof="0" dirty="0" err="1" smtClean="0">
              <a:ln>
                <a:noFill/>
              </a:ln>
              <a:solidFill>
                <a:schemeClr val="dk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457200" marR="0" lvl="0" indent="-457200" algn="l" defTabSz="914400" rtl="0" eaLnBrk="1" fontAlgn="base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circleNumDbPlain" startAt="5"/>
            </a:pPr>
            <a:r>
              <a:rPr kumimoji="0" lang="zh-CN" altLang="zh-CN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配置中断分组（</a:t>
            </a:r>
            <a:r>
              <a:rPr kumimoji="0" lang="en-US" altLang="zh-CN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NVIC</a:t>
            </a:r>
            <a:r>
              <a:rPr kumimoji="0" lang="zh-CN" altLang="zh-CN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），并使能中断。</a:t>
            </a:r>
            <a:endParaRPr kumimoji="0" lang="en-US" altLang="zh-CN" sz="2000" b="0" i="0" u="none" strike="noStrike" kern="1200" cap="none" spc="0" normalizeH="0" baseline="0" noProof="0" dirty="0" smtClean="0">
              <a:ln>
                <a:noFill/>
              </a:ln>
              <a:solidFill>
                <a:schemeClr val="dk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457200" marR="0" lvl="0" indent="-457200" algn="l" defTabSz="914400" rtl="0" eaLnBrk="1" fontAlgn="base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</a:t>
            </a:r>
            <a:r>
              <a:rPr kumimoji="0" lang="en-US" altLang="zh-CN" sz="2000" b="0" i="1" u="none" strike="noStrike" kern="1200" cap="none" spc="0" normalizeH="0" baseline="0" noProof="0" dirty="0" err="1" smtClean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NVIC_Init();</a:t>
            </a:r>
            <a:endParaRPr kumimoji="0" lang="en-US" altLang="zh-CN" sz="2000" b="0" i="1" u="none" strike="noStrike" kern="1200" cap="none" spc="0" normalizeH="0" baseline="0" noProof="0" dirty="0" err="1" smtClean="0">
              <a:ln>
                <a:noFill/>
              </a:ln>
              <a:solidFill>
                <a:schemeClr val="dk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457200" marR="0" lvl="0" indent="-457200" algn="l" defTabSz="914400" rtl="0" eaLnBrk="1" fontAlgn="base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⑥   </a:t>
            </a:r>
            <a:r>
              <a:rPr kumimoji="0" lang="zh-CN" altLang="zh-CN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编写中断服务函数。</a:t>
            </a:r>
            <a:endParaRPr kumimoji="0" lang="zh-CN" altLang="zh-CN" sz="2000" b="0" i="0" u="none" strike="noStrike" kern="1200" cap="none" spc="0" normalizeH="0" baseline="0" noProof="0" dirty="0" smtClean="0">
              <a:ln>
                <a:noFill/>
              </a:ln>
              <a:solidFill>
                <a:schemeClr val="dk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457200" marR="0" lvl="0" indent="-457200" algn="l" defTabSz="914400" rtl="0" eaLnBrk="1" fontAlgn="base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</a:t>
            </a:r>
            <a:r>
              <a:rPr kumimoji="0" lang="en-US" altLang="zh-CN" sz="2000" b="0" i="1" u="none" strike="noStrike" kern="1200" cap="none" spc="0" normalizeH="0" baseline="0" noProof="0" dirty="0" err="1" smtClean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EXTIx_IRQHandler();</a:t>
            </a:r>
            <a:endParaRPr kumimoji="0" lang="en-US" altLang="zh-CN" sz="2000" b="0" i="1" u="none" strike="noStrike" kern="1200" cap="none" spc="0" normalizeH="0" baseline="0" noProof="0" dirty="0" err="1" smtClean="0">
              <a:ln>
                <a:noFill/>
              </a:ln>
              <a:solidFill>
                <a:schemeClr val="dk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457200" marR="0" lvl="0" indent="-457200" algn="l" defTabSz="914400" rtl="0" eaLnBrk="1" fontAlgn="base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circleNumDbPlain" startAt="7"/>
            </a:pPr>
            <a:r>
              <a:rPr kumimoji="0" lang="zh-CN" alt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清除中断标志位</a:t>
            </a:r>
            <a:endParaRPr kumimoji="0" lang="en-US" altLang="zh-CN" sz="2000" b="0" i="0" u="none" strike="noStrike" kern="1200" cap="none" spc="0" normalizeH="0" baseline="0" noProof="0" dirty="0" smtClean="0">
              <a:ln>
                <a:noFill/>
              </a:ln>
              <a:solidFill>
                <a:schemeClr val="dk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R="0" lvl="0" algn="l" defTabSz="914400" rtl="0" eaLnBrk="1" fontAlgn="base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2000" b="0" i="1" u="none" strike="noStrike" kern="1200" cap="none" spc="0" normalizeH="0" baseline="0" noProof="0" dirty="0" smtClean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</a:t>
            </a:r>
            <a:r>
              <a:rPr kumimoji="0" lang="en-US" altLang="zh-CN" sz="2000" b="0" i="1" u="none" strike="noStrike" kern="1200" cap="none" spc="0" normalizeH="0" baseline="0" noProof="0" dirty="0" err="1" smtClean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EXTI_ClearITPendingBit();</a:t>
            </a:r>
            <a:endParaRPr kumimoji="0" lang="en-US" altLang="zh-CN" sz="2000" b="0" i="1" u="none" strike="noStrike" kern="1200" cap="none" spc="0" normalizeH="0" baseline="0" noProof="0" dirty="0" err="1" smtClean="0">
              <a:ln>
                <a:noFill/>
              </a:ln>
              <a:solidFill>
                <a:schemeClr val="dk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2" name="TextBox 22"/>
          <p:cNvSpPr txBox="1"/>
          <p:nvPr>
            <p:custDataLst>
              <p:tags r:id="rId6"/>
            </p:custDataLst>
          </p:nvPr>
        </p:nvSpPr>
        <p:spPr>
          <a:xfrm>
            <a:off x="302260" y="158750"/>
            <a:ext cx="5205413" cy="64516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r>
              <a:rPr lang="en-US" altLang="zh-CN" sz="36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3.1 </a:t>
            </a:r>
            <a:r>
              <a:rPr lang="zh-CN" altLang="en-US" sz="36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外部中断概述</a:t>
            </a:r>
            <a:endParaRPr lang="zh-CN" altLang="en-US" sz="36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custDataLst>
      <p:tags r:id="rId7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y*1"/>
  <p:tag name="KSO_WM_UNIT_LAYERLEVEL" val="1"/>
  <p:tag name="KSO_WM_TAG_VERSION" val="1.0"/>
  <p:tag name="KSO_WM_BEAUTIFY_FLAG" val="#wm#"/>
  <p:tag name="KSO_WM_SLIDE_BACKGROUND_MASK_FLAG" val="1"/>
  <p:tag name="KSO_WM_UNIT_TYPE" val="y"/>
  <p:tag name="KSO_WM_UNIT_INDEX" val="1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9*i*1"/>
  <p:tag name="KSO_WM_UNIT_LAYERLEVEL" val="1"/>
  <p:tag name="KSO_WM_TAG_VERSION" val="1.0"/>
  <p:tag name="KSO_WM_BEAUTIFY_FLAG" val="#wm#"/>
  <p:tag name="KSO_WM_UNIT_SUBTYPE" val="h"/>
  <p:tag name="KSO_WM_UNIT_BK_DARK_LIGHT" val="2"/>
  <p:tag name="KSO_WM_SLIDE_BACKGROUND_TYPE" val="frame"/>
  <p:tag name="KSO_WM_SLIDE_BK_DARK_LIGHT" val="2"/>
</p:tagLst>
</file>

<file path=ppt/tags/tag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10*i*1"/>
  <p:tag name="KSO_WM_UNIT_LAYERLEVEL" val="1"/>
  <p:tag name="KSO_WM_TAG_VERSION" val="1.0"/>
  <p:tag name="KSO_WM_BEAUTIFY_FLAG" val="#wm#"/>
  <p:tag name="KSO_WM_UNIT_SUBTYPE" val="h"/>
  <p:tag name="KSO_WM_UNIT_BK_DARK_LIGHT" val="2"/>
  <p:tag name="KSO_WM_SLIDE_BACKGROUND_TYPE" val="frame"/>
  <p:tag name="KSO_WM_SLIDE_BK_DARK_LIGHT" val="2"/>
</p:tagLst>
</file>

<file path=ppt/tags/tag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2"/>
</p:tagLst>
</file>

<file path=ppt/tags/tag106.xml><?xml version="1.0" encoding="utf-8"?>
<p:tagLst xmlns:p="http://schemas.openxmlformats.org/presentationml/2006/main">
  <p:tag name="KSO_WM_SLIDE_BACKGROUND_TYPE" val="general"/>
</p:tagLst>
</file>

<file path=ppt/tags/tag1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2"/>
</p:tagLst>
</file>

<file path=ppt/tags/tag1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2"/>
</p:tagLst>
</file>

<file path=ppt/tags/tag1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2"/>
</p:tagLst>
</file>

<file path=ppt/tags/tag1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2"/>
</p:tagLst>
</file>

<file path=ppt/tags/tag1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2"/>
</p:tagLst>
</file>

<file path=ppt/tags/tag1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2"/>
</p:tagLst>
</file>

<file path=ppt/tags/tag1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13*i*1"/>
  <p:tag name="KSO_WM_UNIT_LAYERLEVEL" val="1"/>
  <p:tag name="KSO_WM_TAG_VERSION" val="1.0"/>
  <p:tag name="KSO_WM_BEAUTIFY_FLAG" val="#wm#"/>
  <p:tag name="KSO_WM_UNIT_SUBTYPE" val="h"/>
  <p:tag name="KSO_WM_UNIT_BK_DARK_LIGHT" val="2"/>
  <p:tag name="KSO_WM_SLIDE_BACKGROUND_TYPE" val="frame"/>
  <p:tag name="KSO_WM_SLIDE_BK_DARK_LIGHT" val="2"/>
</p:tagLst>
</file>

<file path=ppt/tags/tag1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1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1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1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1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1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1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1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i*1"/>
  <p:tag name="KSO_WM_UNIT_LAYERLEVEL" val="1"/>
  <p:tag name="KSO_WM_TAG_VERSION" val="1.0"/>
  <p:tag name="KSO_WM_BEAUTIFY_FLAG" val="#wm#"/>
  <p:tag name="KSO_WM_UNIT_TYPE" val="i"/>
  <p:tag name="KSO_WM_UNIT_INDEX" val="1"/>
  <p:tag name="KSO_WM_UNIT_SUBTYPE" val="h"/>
  <p:tag name="KSO_WM_UNIT_BK_DARK_LIGHT" val="2"/>
  <p:tag name="KSO_WM_SLIDE_BACKGROUND_TYPE" val="leftRight"/>
  <p:tag name="KSO_WM_SLIDE_BK_DARK_LIGHT" val="2"/>
</p:tagLst>
</file>

<file path=ppt/tags/tag1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123.xml><?xml version="1.0" encoding="utf-8"?>
<p:tagLst xmlns:p="http://schemas.openxmlformats.org/presentationml/2006/main">
  <p:tag name="KSO_WM_SLIDE_BACKGROUND_TYPE" val="leftRight"/>
</p:tagLst>
</file>

<file path=ppt/tags/tag1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1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1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1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1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1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1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1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1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i*1"/>
  <p:tag name="KSO_WM_UNIT_LAYERLEVEL" val="1"/>
  <p:tag name="KSO_WM_TAG_VERSION" val="1.0"/>
  <p:tag name="KSO_WM_BEAUTIFY_FLAG" val="#wm#"/>
  <p:tag name="KSO_WM_UNIT_TYPE" val="i"/>
  <p:tag name="KSO_WM_UNIT_INDEX" val="1"/>
  <p:tag name="KSO_WM_UNIT_SUBTYPE" val="h"/>
  <p:tag name="KSO_WM_UNIT_BK_DARK_LIGHT" val="2"/>
  <p:tag name="KSO_WM_SLIDE_BACKGROUND_TYPE" val="topBottom"/>
  <p:tag name="KSO_WM_SLIDE_BK_DARK_LIGHT" val="2"/>
</p:tagLst>
</file>

<file path=ppt/tags/tag1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134.xml><?xml version="1.0" encoding="utf-8"?>
<p:tagLst xmlns:p="http://schemas.openxmlformats.org/presentationml/2006/main">
  <p:tag name="KSO_WM_SLIDE_BACKGROUND_TYPE" val="topBottom"/>
</p:tagLst>
</file>

<file path=ppt/tags/tag1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1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1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1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1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1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1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1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1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i*1"/>
  <p:tag name="KSO_WM_UNIT_LAYERLEVEL" val="1"/>
  <p:tag name="KSO_WM_TAG_VERSION" val="1.0"/>
  <p:tag name="KSO_WM_BEAUTIFY_FLAG" val="#wm#"/>
  <p:tag name="KSO_WM_UNIT_TYPE" val="i"/>
  <p:tag name="KSO_WM_UNIT_INDEX" val="1"/>
  <p:tag name="KSO_WM_UNIT_SUBTYPE" val="h"/>
  <p:tag name="KSO_WM_UNIT_BK_DARK_LIGHT" val="2"/>
  <p:tag name="KSO_WM_SLIDE_BACKGROUND_TYPE" val="bottomTop"/>
  <p:tag name="KSO_WM_SLIDE_BK_DARK_LIGHT" val="2"/>
</p:tagLst>
</file>

<file path=ppt/tags/tag1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145.xml><?xml version="1.0" encoding="utf-8"?>
<p:tagLst xmlns:p="http://schemas.openxmlformats.org/presentationml/2006/main">
  <p:tag name="KSO_WM_SLIDE_BACKGROUND_TYPE" val="bottomTop"/>
</p:tagLst>
</file>

<file path=ppt/tags/tag1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1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1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1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1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1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1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1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1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i*1"/>
  <p:tag name="KSO_WM_UNIT_LAYERLEVEL" val="1"/>
  <p:tag name="KSO_WM_TAG_VERSION" val="1.0"/>
  <p:tag name="KSO_WM_BEAUTIFY_FLAG" val="#wm#"/>
  <p:tag name="KSO_WM_UNIT_TYPE" val="i"/>
  <p:tag name="KSO_WM_UNIT_INDEX" val="1"/>
  <p:tag name="KSO_WM_UNIT_SUBTYPE" val="h"/>
  <p:tag name="KSO_WM_UNIT_BK_DARK_LIGHT" val="2"/>
  <p:tag name="KSO_WM_SLIDE_BACKGROUND_TYPE" val="navigation"/>
  <p:tag name="KSO_WM_SLIDE_BK_DARK_LIGHT" val="2"/>
</p:tagLst>
</file>

<file path=ppt/tags/tag1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156.xml><?xml version="1.0" encoding="utf-8"?>
<p:tagLst xmlns:p="http://schemas.openxmlformats.org/presentationml/2006/main">
  <p:tag name="KSO_WM_SLIDE_BACKGROUND_TYPE" val="navigation"/>
</p:tagLst>
</file>

<file path=ppt/tags/tag1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1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1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i*2"/>
  <p:tag name="KSO_WM_UNIT_LAYERLEVEL" val="1"/>
  <p:tag name="KSO_WM_TAG_VERSION" val="1.0"/>
  <p:tag name="KSO_WM_BEAUTIFY_FLAG" val="#wm#"/>
  <p:tag name="KSO_WM_UNIT_TYPE" val="i"/>
  <p:tag name="KSO_WM_UNIT_INDEX" val="2"/>
  <p:tag name="KSO_WM_SLIDE_BACKGROUND_TYPE" val="navigation"/>
  <p:tag name="KSO_WM_SLIDE_BK_DARK_LIGHT" val="2"/>
</p:tagLst>
</file>

<file path=ppt/tags/tag1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i*3"/>
  <p:tag name="KSO_WM_UNIT_LAYERLEVEL" val="1"/>
  <p:tag name="KSO_WM_TAG_VERSION" val="1.0"/>
  <p:tag name="KSO_WM_BEAUTIFY_FLAG" val="#wm#"/>
  <p:tag name="KSO_WM_UNIT_TYPE" val="i"/>
  <p:tag name="KSO_WM_UNIT_INDEX" val="3"/>
  <p:tag name="KSO_WM_SLIDE_BACKGROUND_TYPE" val="navigation"/>
  <p:tag name="KSO_WM_SLIDE_BK_DARK_LIGHT" val="2"/>
</p:tagLst>
</file>

<file path=ppt/tags/tag1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1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1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1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1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1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1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1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1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170.xml><?xml version="1.0" encoding="utf-8"?>
<p:tagLst xmlns:p="http://schemas.openxmlformats.org/presentationml/2006/main">
  <p:tag name="KSO_WM_SLIDE_BACKGROUND_TYPE" val="belt"/>
</p:tagLst>
</file>

<file path=ppt/tags/tag1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1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1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i*1"/>
  <p:tag name="KSO_WM_UNIT_LAYERLEVEL" val="1"/>
  <p:tag name="KSO_WM_TAG_VERSION" val="1.0"/>
  <p:tag name="KSO_WM_BEAUTIFY_FLAG" val="#wm#"/>
  <p:tag name="KSO_WM_UNIT_TYPE" val="i"/>
  <p:tag name="KSO_WM_UNIT_INDEX" val="1"/>
  <p:tag name="KSO_WM_UNIT_SUBTYPE" val="h"/>
  <p:tag name="KSO_WM_UNIT_BK_DARK_LIGHT" val="2"/>
  <p:tag name="KSO_WM_SLIDE_BACKGROUND_TYPE" val="belt"/>
  <p:tag name="KSO_WM_SLIDE_BK_DARK_LIGHT" val="2"/>
</p:tagLst>
</file>

<file path=ppt/tags/tag1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1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1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1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1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1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184862"/>
</p:tagLst>
</file>

<file path=ppt/tags/tag1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184862"/>
</p:tagLst>
</file>

<file path=ppt/tags/tag1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84.xml><?xml version="1.0" encoding="utf-8"?>
<p:tagLst xmlns:p="http://schemas.openxmlformats.org/presentationml/2006/main">
  <p:tag name="KSO_WM_TAG_VERSION" val="1.0"/>
  <p:tag name="KSO_WM_BEAUTIFY_FLAG" val="#wm#"/>
  <p:tag name="KSO_WM_COMBINE_RELATE_SLIDE_ID" val="background20184520_1"/>
  <p:tag name="KSO_WM_TEMPLATE_CATEGORY" val="custom"/>
  <p:tag name="KSO_WM_TEMPLATE_INDEX" val="20184862"/>
  <p:tag name="KSO_WM_TEMPLATE_SUBCATEGORY" val="0"/>
  <p:tag name="KSO_WM_TEMPLATE_THUMBS_INDEX" val="1、6、7、8、10、22、30"/>
  <p:tag name="KSO_WM_UNIT_SHOW_EDIT_AREA_INDICATION" val="0"/>
  <p:tag name="KSO_WM_TEMPLATE_MASTER_TYPE" val="1"/>
  <p:tag name="KSO_WM_TEMPLATE_COLOR_TYPE" val="0"/>
  <p:tag name="KSO_WM_TEMPLATE_MASTER_THUMB_INDEX" val="12"/>
</p:tagLst>
</file>

<file path=ppt/tags/tag1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2"/>
  <p:tag name="KSO_WM_UNIT_TYPE" val="i"/>
  <p:tag name="KSO_WM_UNIT_FILL_FORE_SCHEMECOLOR_INDEX_1_BRIGHTNESS" val="0"/>
  <p:tag name="KSO_WM_UNIT_FILL_FORE_SCHEMECOLOR_INDEX_1" val="16"/>
  <p:tag name="KSO_WM_UNIT_FILL_FORE_SCHEMECOLOR_INDEX_1_POS" val="0"/>
  <p:tag name="KSO_WM_UNIT_FILL_FORE_SCHEMECOLOR_INDEX_1_TRANS" val="0"/>
  <p:tag name="KSO_WM_UNIT_FILL_FORE_SCHEMECOLOR_INDEX_2_BRIGHTNESS" val="0"/>
  <p:tag name="KSO_WM_UNIT_FILL_FORE_SCHEMECOLOR_INDEX_2" val="15"/>
  <p:tag name="KSO_WM_UNIT_FILL_FORE_SCHEMECOLOR_INDEX_2_POS" val="1"/>
  <p:tag name="KSO_WM_UNIT_FILL_FORE_SCHEMECOLOR_INDEX_2_TRANS" val="0"/>
  <p:tag name="KSO_WM_UNIT_FILL_GRADIENT_TYPE" val="0"/>
  <p:tag name="KSO_WM_UNIT_FILL_GRADIENT_ANGLE" val="0"/>
  <p:tag name="KSO_WM_UNIT_FILL_GRADIENT_Direction" val="3"/>
  <p:tag name="KSO_WM_UNIT_FILL_TYPE" val="3"/>
  <p:tag name="KSO_WM_UNIT_SHADOW_SCHEMECOLOR_INDEX_BRIGHTNESS" val="-0.5"/>
  <p:tag name="KSO_WM_UNIT_SHADOW_SCHEMECOLOR_INDEX" val="5"/>
  <p:tag name="KSO_WM_UNIT_TEXT_FILL_FORE_SCHEMECOLOR_INDEX_BRIGHTNESS" val="0"/>
  <p:tag name="KSO_WM_UNIT_TEXT_FILL_FORE_SCHEMECOLOR_INDEX" val="7"/>
  <p:tag name="KSO_WM_UNIT_TEXT_FILL_TYPE" val="1"/>
</p:tagLst>
</file>

<file path=ppt/tags/tag186.xml><?xml version="1.0" encoding="utf-8"?>
<p:tagLst xmlns:p="http://schemas.openxmlformats.org/presentationml/2006/main">
  <p:tag name="KSO_WM_SLIDE_BACKGROUND_TYPE" val="general"/>
  <p:tag name="KSO_WM_UNIT_TYPE" val="i"/>
</p:tagLst>
</file>

<file path=ppt/tags/tag1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2"/>
  <p:tag name="KSO_WM_UNIT_FILL_FORE_SCHEMECOLOR_INDEX_1_BRIGHTNESS" val="0"/>
  <p:tag name="KSO_WM_UNIT_FILL_FORE_SCHEMECOLOR_INDEX_1" val="16"/>
  <p:tag name="KSO_WM_UNIT_FILL_FORE_SCHEMECOLOR_INDEX_1_POS" val="0"/>
  <p:tag name="KSO_WM_UNIT_FILL_FORE_SCHEMECOLOR_INDEX_1_TRANS" val="0"/>
  <p:tag name="KSO_WM_UNIT_FILL_FORE_SCHEMECOLOR_INDEX_2_BRIGHTNESS" val="0"/>
  <p:tag name="KSO_WM_UNIT_FILL_FORE_SCHEMECOLOR_INDEX_2" val="15"/>
  <p:tag name="KSO_WM_UNIT_FILL_FORE_SCHEMECOLOR_INDEX_2_POS" val="1"/>
  <p:tag name="KSO_WM_UNIT_FILL_FORE_SCHEMECOLOR_INDEX_2_TRANS" val="0"/>
  <p:tag name="KSO_WM_UNIT_FILL_GRADIENT_TYPE" val="0"/>
  <p:tag name="KSO_WM_UNIT_FILL_GRADIENT_ANGLE" val="0"/>
  <p:tag name="KSO_WM_UNIT_FILL_GRADIENT_Direction" val="3"/>
  <p:tag name="KSO_WM_UNIT_FILL_TYPE" val="3"/>
  <p:tag name="KSO_WM_UNIT_SHADOW_SCHEMECOLOR_INDEX_BRIGHTNESS" val="-0.5"/>
  <p:tag name="KSO_WM_UNIT_SHADOW_SCHEMECOLOR_INDEX" val="5"/>
  <p:tag name="KSO_WM_UNIT_TEXT_FILL_FORE_SCHEMECOLOR_INDEX_BRIGHTNESS" val="0"/>
  <p:tag name="KSO_WM_UNIT_TEXT_FILL_FORE_SCHEMECOLOR_INDEX" val="7"/>
  <p:tag name="KSO_WM_UNIT_TEXT_FILL_TYPE" val="1"/>
</p:tagLst>
</file>

<file path=ppt/tags/tag1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2"/>
  <p:tag name="KSO_WM_UNIT_FILL_FORE_SCHEMECOLOR_INDEX_1_BRIGHTNESS" val="0"/>
  <p:tag name="KSO_WM_UNIT_FILL_FORE_SCHEMECOLOR_INDEX_1" val="16"/>
  <p:tag name="KSO_WM_UNIT_FILL_FORE_SCHEMECOLOR_INDEX_1_POS" val="0"/>
  <p:tag name="KSO_WM_UNIT_FILL_FORE_SCHEMECOLOR_INDEX_1_TRANS" val="0"/>
  <p:tag name="KSO_WM_UNIT_FILL_FORE_SCHEMECOLOR_INDEX_2_BRIGHTNESS" val="0"/>
  <p:tag name="KSO_WM_UNIT_FILL_FORE_SCHEMECOLOR_INDEX_2" val="15"/>
  <p:tag name="KSO_WM_UNIT_FILL_FORE_SCHEMECOLOR_INDEX_2_POS" val="1"/>
  <p:tag name="KSO_WM_UNIT_FILL_FORE_SCHEMECOLOR_INDEX_2_TRANS" val="0"/>
  <p:tag name="KSO_WM_UNIT_FILL_GRADIENT_TYPE" val="0"/>
  <p:tag name="KSO_WM_UNIT_FILL_GRADIENT_ANGLE" val="0"/>
  <p:tag name="KSO_WM_UNIT_FILL_GRADIENT_Direction" val="3"/>
  <p:tag name="KSO_WM_UNIT_FILL_TYPE" val="3"/>
  <p:tag name="KSO_WM_UNIT_SHADOW_SCHEMECOLOR_INDEX_BRIGHTNESS" val="-0.5"/>
  <p:tag name="KSO_WM_UNIT_SHADOW_SCHEMECOLOR_INDEX" val="5"/>
  <p:tag name="KSO_WM_UNIT_TEXT_FILL_FORE_SCHEMECOLOR_INDEX_BRIGHTNESS" val="0"/>
  <p:tag name="KSO_WM_UNIT_TEXT_FILL_FORE_SCHEMECOLOR_INDEX" val="7"/>
  <p:tag name="KSO_WM_UNIT_TEXT_FILL_TYPE" val="1"/>
</p:tagLst>
</file>

<file path=ppt/tags/tag189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190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191.xml><?xml version="1.0" encoding="utf-8"?>
<p:tagLst xmlns:p="http://schemas.openxmlformats.org/presentationml/2006/main">
  <p:tag name="KSO_WM_SLIDE_BACKGROUND_TYPE" val="general"/>
  <p:tag name="KSO_WM_SLIDE_BK_DARK_LIGHT" val="2"/>
</p:tagLst>
</file>

<file path=ppt/tags/tag192.xml><?xml version="1.0" encoding="utf-8"?>
<p:tagLst xmlns:p="http://schemas.openxmlformats.org/presentationml/2006/main">
  <p:tag name="KSO_WM_BEAUTIFY_FLAG" val=""/>
</p:tagLst>
</file>

<file path=ppt/tags/tag193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  <p:tag name="KSO_WM_BEAUTIFY_FLAG" val=""/>
</p:tagLst>
</file>

<file path=ppt/tags/tag194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  <p:tag name="KSO_WM_BEAUTIFY_FLAG" val=""/>
</p:tagLst>
</file>

<file path=ppt/tags/tag1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2"/>
  <p:tag name="KSO_WM_UNIT_TYPE" val="i"/>
  <p:tag name="KSO_WM_UNIT_FILL_FORE_SCHEMECOLOR_INDEX_1_BRIGHTNESS" val="0"/>
  <p:tag name="KSO_WM_UNIT_FILL_FORE_SCHEMECOLOR_INDEX_1" val="16"/>
  <p:tag name="KSO_WM_UNIT_FILL_FORE_SCHEMECOLOR_INDEX_1_POS" val="0"/>
  <p:tag name="KSO_WM_UNIT_FILL_FORE_SCHEMECOLOR_INDEX_1_TRANS" val="0"/>
  <p:tag name="KSO_WM_UNIT_FILL_FORE_SCHEMECOLOR_INDEX_2_BRIGHTNESS" val="0"/>
  <p:tag name="KSO_WM_UNIT_FILL_FORE_SCHEMECOLOR_INDEX_2" val="15"/>
  <p:tag name="KSO_WM_UNIT_FILL_FORE_SCHEMECOLOR_INDEX_2_POS" val="1"/>
  <p:tag name="KSO_WM_UNIT_FILL_FORE_SCHEMECOLOR_INDEX_2_TRANS" val="0"/>
  <p:tag name="KSO_WM_UNIT_FILL_GRADIENT_TYPE" val="0"/>
  <p:tag name="KSO_WM_UNIT_FILL_GRADIENT_ANGLE" val="0"/>
  <p:tag name="KSO_WM_UNIT_FILL_GRADIENT_Direction" val="3"/>
  <p:tag name="KSO_WM_UNIT_FILL_TYPE" val="3"/>
  <p:tag name="KSO_WM_UNIT_SHADOW_SCHEMECOLOR_INDEX_BRIGHTNESS" val="-0.5"/>
  <p:tag name="KSO_WM_UNIT_SHADOW_SCHEMECOLOR_INDEX" val="5"/>
  <p:tag name="KSO_WM_UNIT_TEXT_FILL_FORE_SCHEMECOLOR_INDEX_BRIGHTNESS" val="0"/>
  <p:tag name="KSO_WM_UNIT_TEXT_FILL_FORE_SCHEMECOLOR_INDEX" val="7"/>
  <p:tag name="KSO_WM_UNIT_TEXT_FILL_TYPE" val="1"/>
</p:tagLst>
</file>

<file path=ppt/tags/tag196.xml><?xml version="1.0" encoding="utf-8"?>
<p:tagLst xmlns:p="http://schemas.openxmlformats.org/presentationml/2006/main">
  <p:tag name="KSO_WM_SLIDE_BACKGROUND_TYPE" val="general"/>
  <p:tag name="KSO_WM_UNIT_TYPE" val="i"/>
</p:tagLst>
</file>

<file path=ppt/tags/tag1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2"/>
  <p:tag name="KSO_WM_UNIT_FILL_FORE_SCHEMECOLOR_INDEX_1_BRIGHTNESS" val="0"/>
  <p:tag name="KSO_WM_UNIT_FILL_FORE_SCHEMECOLOR_INDEX_1" val="16"/>
  <p:tag name="KSO_WM_UNIT_FILL_FORE_SCHEMECOLOR_INDEX_1_POS" val="0"/>
  <p:tag name="KSO_WM_UNIT_FILL_FORE_SCHEMECOLOR_INDEX_1_TRANS" val="0"/>
  <p:tag name="KSO_WM_UNIT_FILL_FORE_SCHEMECOLOR_INDEX_2_BRIGHTNESS" val="0"/>
  <p:tag name="KSO_WM_UNIT_FILL_FORE_SCHEMECOLOR_INDEX_2" val="15"/>
  <p:tag name="KSO_WM_UNIT_FILL_FORE_SCHEMECOLOR_INDEX_2_POS" val="1"/>
  <p:tag name="KSO_WM_UNIT_FILL_FORE_SCHEMECOLOR_INDEX_2_TRANS" val="0"/>
  <p:tag name="KSO_WM_UNIT_FILL_GRADIENT_TYPE" val="0"/>
  <p:tag name="KSO_WM_UNIT_FILL_GRADIENT_ANGLE" val="0"/>
  <p:tag name="KSO_WM_UNIT_FILL_GRADIENT_Direction" val="3"/>
  <p:tag name="KSO_WM_UNIT_FILL_TYPE" val="3"/>
  <p:tag name="KSO_WM_UNIT_SHADOW_SCHEMECOLOR_INDEX_BRIGHTNESS" val="-0.5"/>
  <p:tag name="KSO_WM_UNIT_SHADOW_SCHEMECOLOR_INDEX" val="5"/>
  <p:tag name="KSO_WM_UNIT_TEXT_FILL_FORE_SCHEMECOLOR_INDEX_BRIGHTNESS" val="0"/>
  <p:tag name="KSO_WM_UNIT_TEXT_FILL_FORE_SCHEMECOLOR_INDEX" val="7"/>
  <p:tag name="KSO_WM_UNIT_TEXT_FILL_TYPE" val="1"/>
</p:tagLst>
</file>

<file path=ppt/tags/tag1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2"/>
  <p:tag name="KSO_WM_UNIT_FILL_FORE_SCHEMECOLOR_INDEX_1_BRIGHTNESS" val="0"/>
  <p:tag name="KSO_WM_UNIT_FILL_FORE_SCHEMECOLOR_INDEX_1" val="16"/>
  <p:tag name="KSO_WM_UNIT_FILL_FORE_SCHEMECOLOR_INDEX_1_POS" val="0"/>
  <p:tag name="KSO_WM_UNIT_FILL_FORE_SCHEMECOLOR_INDEX_1_TRANS" val="0"/>
  <p:tag name="KSO_WM_UNIT_FILL_FORE_SCHEMECOLOR_INDEX_2_BRIGHTNESS" val="0"/>
  <p:tag name="KSO_WM_UNIT_FILL_FORE_SCHEMECOLOR_INDEX_2" val="15"/>
  <p:tag name="KSO_WM_UNIT_FILL_FORE_SCHEMECOLOR_INDEX_2_POS" val="1"/>
  <p:tag name="KSO_WM_UNIT_FILL_FORE_SCHEMECOLOR_INDEX_2_TRANS" val="0"/>
  <p:tag name="KSO_WM_UNIT_FILL_GRADIENT_TYPE" val="0"/>
  <p:tag name="KSO_WM_UNIT_FILL_GRADIENT_ANGLE" val="0"/>
  <p:tag name="KSO_WM_UNIT_FILL_GRADIENT_Direction" val="3"/>
  <p:tag name="KSO_WM_UNIT_FILL_TYPE" val="3"/>
  <p:tag name="KSO_WM_UNIT_SHADOW_SCHEMECOLOR_INDEX_BRIGHTNESS" val="-0.5"/>
  <p:tag name="KSO_WM_UNIT_SHADOW_SCHEMECOLOR_INDEX" val="5"/>
  <p:tag name="KSO_WM_UNIT_TEXT_FILL_FORE_SCHEMECOLOR_INDEX_BRIGHTNESS" val="0"/>
  <p:tag name="KSO_WM_UNIT_TEXT_FILL_FORE_SCHEMECOLOR_INDEX" val="7"/>
  <p:tag name="KSO_WM_UNIT_TEXT_FILL_TYPE" val="1"/>
</p:tagLst>
</file>

<file path=ppt/tags/tag199.xml><?xml version="1.0" encoding="utf-8"?>
<p:tagLst xmlns:p="http://schemas.openxmlformats.org/presentationml/2006/main">
  <p:tag name="KSO_WM_UNIT_SHADOW_SCHEMECOLOR_INDEX_BRIGHTNESS" val="0"/>
  <p:tag name="KSO_WM_UNIT_SHADOW_SCHEMECOLOR_INDEX" val="16"/>
</p:tagLst>
</file>

<file path=ppt/tags/tag200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201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202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  <p:tag name="KSO_WM_BEAUTIFY_FLAG" val=""/>
</p:tagLst>
</file>

<file path=ppt/tags/tag203.xml><?xml version="1.0" encoding="utf-8"?>
<p:tagLst xmlns:p="http://schemas.openxmlformats.org/presentationml/2006/main">
  <p:tag name="KSO_WM_SLIDE_BACKGROUND_TYPE" val="general"/>
  <p:tag name="KSO_WM_SLIDE_BK_DARK_LIGHT" val="2"/>
</p:tagLst>
</file>

<file path=ppt/tags/tag2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2"/>
  <p:tag name="KSO_WM_UNIT_TYPE" val="i"/>
  <p:tag name="KSO_WM_UNIT_FILL_FORE_SCHEMECOLOR_INDEX_1_BRIGHTNESS" val="0"/>
  <p:tag name="KSO_WM_UNIT_FILL_FORE_SCHEMECOLOR_INDEX_1" val="16"/>
  <p:tag name="KSO_WM_UNIT_FILL_FORE_SCHEMECOLOR_INDEX_1_POS" val="0"/>
  <p:tag name="KSO_WM_UNIT_FILL_FORE_SCHEMECOLOR_INDEX_1_TRANS" val="0"/>
  <p:tag name="KSO_WM_UNIT_FILL_FORE_SCHEMECOLOR_INDEX_2_BRIGHTNESS" val="0"/>
  <p:tag name="KSO_WM_UNIT_FILL_FORE_SCHEMECOLOR_INDEX_2" val="15"/>
  <p:tag name="KSO_WM_UNIT_FILL_FORE_SCHEMECOLOR_INDEX_2_POS" val="1"/>
  <p:tag name="KSO_WM_UNIT_FILL_FORE_SCHEMECOLOR_INDEX_2_TRANS" val="0"/>
  <p:tag name="KSO_WM_UNIT_FILL_GRADIENT_TYPE" val="0"/>
  <p:tag name="KSO_WM_UNIT_FILL_GRADIENT_ANGLE" val="0"/>
  <p:tag name="KSO_WM_UNIT_FILL_GRADIENT_Direction" val="3"/>
  <p:tag name="KSO_WM_UNIT_FILL_TYPE" val="3"/>
  <p:tag name="KSO_WM_UNIT_SHADOW_SCHEMECOLOR_INDEX_BRIGHTNESS" val="-0.5"/>
  <p:tag name="KSO_WM_UNIT_SHADOW_SCHEMECOLOR_INDEX" val="5"/>
  <p:tag name="KSO_WM_UNIT_TEXT_FILL_FORE_SCHEMECOLOR_INDEX_BRIGHTNESS" val="0"/>
  <p:tag name="KSO_WM_UNIT_TEXT_FILL_FORE_SCHEMECOLOR_INDEX" val="7"/>
  <p:tag name="KSO_WM_UNIT_TEXT_FILL_TYPE" val="1"/>
</p:tagLst>
</file>

<file path=ppt/tags/tag205.xml><?xml version="1.0" encoding="utf-8"?>
<p:tagLst xmlns:p="http://schemas.openxmlformats.org/presentationml/2006/main">
  <p:tag name="KSO_WM_SLIDE_BACKGROUND_TYPE" val="general"/>
  <p:tag name="KSO_WM_UNIT_TYPE" val="i"/>
</p:tagLst>
</file>

<file path=ppt/tags/tag2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2"/>
  <p:tag name="KSO_WM_UNIT_FILL_FORE_SCHEMECOLOR_INDEX_1_BRIGHTNESS" val="0"/>
  <p:tag name="KSO_WM_UNIT_FILL_FORE_SCHEMECOLOR_INDEX_1" val="16"/>
  <p:tag name="KSO_WM_UNIT_FILL_FORE_SCHEMECOLOR_INDEX_1_POS" val="0"/>
  <p:tag name="KSO_WM_UNIT_FILL_FORE_SCHEMECOLOR_INDEX_1_TRANS" val="0"/>
  <p:tag name="KSO_WM_UNIT_FILL_FORE_SCHEMECOLOR_INDEX_2_BRIGHTNESS" val="0"/>
  <p:tag name="KSO_WM_UNIT_FILL_FORE_SCHEMECOLOR_INDEX_2" val="15"/>
  <p:tag name="KSO_WM_UNIT_FILL_FORE_SCHEMECOLOR_INDEX_2_POS" val="1"/>
  <p:tag name="KSO_WM_UNIT_FILL_FORE_SCHEMECOLOR_INDEX_2_TRANS" val="0"/>
  <p:tag name="KSO_WM_UNIT_FILL_GRADIENT_TYPE" val="0"/>
  <p:tag name="KSO_WM_UNIT_FILL_GRADIENT_ANGLE" val="0"/>
  <p:tag name="KSO_WM_UNIT_FILL_GRADIENT_Direction" val="3"/>
  <p:tag name="KSO_WM_UNIT_FILL_TYPE" val="3"/>
  <p:tag name="KSO_WM_UNIT_SHADOW_SCHEMECOLOR_INDEX_BRIGHTNESS" val="-0.5"/>
  <p:tag name="KSO_WM_UNIT_SHADOW_SCHEMECOLOR_INDEX" val="5"/>
  <p:tag name="KSO_WM_UNIT_TEXT_FILL_FORE_SCHEMECOLOR_INDEX_BRIGHTNESS" val="0"/>
  <p:tag name="KSO_WM_UNIT_TEXT_FILL_FORE_SCHEMECOLOR_INDEX" val="7"/>
  <p:tag name="KSO_WM_UNIT_TEXT_FILL_TYPE" val="1"/>
</p:tagLst>
</file>

<file path=ppt/tags/tag2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2"/>
  <p:tag name="KSO_WM_UNIT_FILL_FORE_SCHEMECOLOR_INDEX_1_BRIGHTNESS" val="0"/>
  <p:tag name="KSO_WM_UNIT_FILL_FORE_SCHEMECOLOR_INDEX_1" val="16"/>
  <p:tag name="KSO_WM_UNIT_FILL_FORE_SCHEMECOLOR_INDEX_1_POS" val="0"/>
  <p:tag name="KSO_WM_UNIT_FILL_FORE_SCHEMECOLOR_INDEX_1_TRANS" val="0"/>
  <p:tag name="KSO_WM_UNIT_FILL_FORE_SCHEMECOLOR_INDEX_2_BRIGHTNESS" val="0"/>
  <p:tag name="KSO_WM_UNIT_FILL_FORE_SCHEMECOLOR_INDEX_2" val="15"/>
  <p:tag name="KSO_WM_UNIT_FILL_FORE_SCHEMECOLOR_INDEX_2_POS" val="1"/>
  <p:tag name="KSO_WM_UNIT_FILL_FORE_SCHEMECOLOR_INDEX_2_TRANS" val="0"/>
  <p:tag name="KSO_WM_UNIT_FILL_GRADIENT_TYPE" val="0"/>
  <p:tag name="KSO_WM_UNIT_FILL_GRADIENT_ANGLE" val="0"/>
  <p:tag name="KSO_WM_UNIT_FILL_GRADIENT_Direction" val="3"/>
  <p:tag name="KSO_WM_UNIT_FILL_TYPE" val="3"/>
  <p:tag name="KSO_WM_UNIT_SHADOW_SCHEMECOLOR_INDEX_BRIGHTNESS" val="-0.5"/>
  <p:tag name="KSO_WM_UNIT_SHADOW_SCHEMECOLOR_INDEX" val="5"/>
  <p:tag name="KSO_WM_UNIT_TEXT_FILL_FORE_SCHEMECOLOR_INDEX_BRIGHTNESS" val="0"/>
  <p:tag name="KSO_WM_UNIT_TEXT_FILL_FORE_SCHEMECOLOR_INDEX" val="7"/>
  <p:tag name="KSO_WM_UNIT_TEXT_FILL_TYPE" val="1"/>
</p:tagLst>
</file>

<file path=ppt/tags/tag208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209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210.xml><?xml version="1.0" encoding="utf-8"?>
<p:tagLst xmlns:p="http://schemas.openxmlformats.org/presentationml/2006/main">
  <p:tag name="KSO_WM_UNIT_SHADOW_SCHEMECOLOR_INDEX_BRIGHTNESS" val="0"/>
  <p:tag name="KSO_WM_UNIT_SHADOW_SCHEMECOLOR_INDEX" val="16"/>
</p:tagLst>
</file>

<file path=ppt/tags/tag211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212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  <p:tag name="KSO_WM_BEAUTIFY_FLAG" val=""/>
</p:tagLst>
</file>

<file path=ppt/tags/tag213.xml><?xml version="1.0" encoding="utf-8"?>
<p:tagLst xmlns:p="http://schemas.openxmlformats.org/presentationml/2006/main">
  <p:tag name="KSO_WM_SLIDE_BACKGROUND_TYPE" val="general"/>
  <p:tag name="KSO_WM_SLIDE_BK_DARK_LIGHT" val="2"/>
</p:tagLst>
</file>

<file path=ppt/tags/tag2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2"/>
  <p:tag name="KSO_WM_UNIT_TYPE" val="i"/>
  <p:tag name="KSO_WM_UNIT_FILL_FORE_SCHEMECOLOR_INDEX_1_BRIGHTNESS" val="0"/>
  <p:tag name="KSO_WM_UNIT_FILL_FORE_SCHEMECOLOR_INDEX_1" val="16"/>
  <p:tag name="KSO_WM_UNIT_FILL_FORE_SCHEMECOLOR_INDEX_1_POS" val="0"/>
  <p:tag name="KSO_WM_UNIT_FILL_FORE_SCHEMECOLOR_INDEX_1_TRANS" val="0"/>
  <p:tag name="KSO_WM_UNIT_FILL_FORE_SCHEMECOLOR_INDEX_2_BRIGHTNESS" val="0"/>
  <p:tag name="KSO_WM_UNIT_FILL_FORE_SCHEMECOLOR_INDEX_2" val="15"/>
  <p:tag name="KSO_WM_UNIT_FILL_FORE_SCHEMECOLOR_INDEX_2_POS" val="1"/>
  <p:tag name="KSO_WM_UNIT_FILL_FORE_SCHEMECOLOR_INDEX_2_TRANS" val="0"/>
  <p:tag name="KSO_WM_UNIT_FILL_GRADIENT_TYPE" val="0"/>
  <p:tag name="KSO_WM_UNIT_FILL_GRADIENT_ANGLE" val="0"/>
  <p:tag name="KSO_WM_UNIT_FILL_GRADIENT_Direction" val="3"/>
  <p:tag name="KSO_WM_UNIT_FILL_TYPE" val="3"/>
  <p:tag name="KSO_WM_UNIT_SHADOW_SCHEMECOLOR_INDEX_BRIGHTNESS" val="-0.5"/>
  <p:tag name="KSO_WM_UNIT_SHADOW_SCHEMECOLOR_INDEX" val="5"/>
  <p:tag name="KSO_WM_UNIT_TEXT_FILL_FORE_SCHEMECOLOR_INDEX_BRIGHTNESS" val="0"/>
  <p:tag name="KSO_WM_UNIT_TEXT_FILL_FORE_SCHEMECOLOR_INDEX" val="7"/>
  <p:tag name="KSO_WM_UNIT_TEXT_FILL_TYPE" val="1"/>
</p:tagLst>
</file>

<file path=ppt/tags/tag215.xml><?xml version="1.0" encoding="utf-8"?>
<p:tagLst xmlns:p="http://schemas.openxmlformats.org/presentationml/2006/main">
  <p:tag name="KSO_WM_SLIDE_BACKGROUND_TYPE" val="general"/>
  <p:tag name="KSO_WM_UNIT_TYPE" val="i"/>
</p:tagLst>
</file>

<file path=ppt/tags/tag2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2"/>
  <p:tag name="KSO_WM_UNIT_FILL_FORE_SCHEMECOLOR_INDEX_1_BRIGHTNESS" val="0"/>
  <p:tag name="KSO_WM_UNIT_FILL_FORE_SCHEMECOLOR_INDEX_1" val="16"/>
  <p:tag name="KSO_WM_UNIT_FILL_FORE_SCHEMECOLOR_INDEX_1_POS" val="0"/>
  <p:tag name="KSO_WM_UNIT_FILL_FORE_SCHEMECOLOR_INDEX_1_TRANS" val="0"/>
  <p:tag name="KSO_WM_UNIT_FILL_FORE_SCHEMECOLOR_INDEX_2_BRIGHTNESS" val="0"/>
  <p:tag name="KSO_WM_UNIT_FILL_FORE_SCHEMECOLOR_INDEX_2" val="15"/>
  <p:tag name="KSO_WM_UNIT_FILL_FORE_SCHEMECOLOR_INDEX_2_POS" val="1"/>
  <p:tag name="KSO_WM_UNIT_FILL_FORE_SCHEMECOLOR_INDEX_2_TRANS" val="0"/>
  <p:tag name="KSO_WM_UNIT_FILL_GRADIENT_TYPE" val="0"/>
  <p:tag name="KSO_WM_UNIT_FILL_GRADIENT_ANGLE" val="0"/>
  <p:tag name="KSO_WM_UNIT_FILL_GRADIENT_Direction" val="3"/>
  <p:tag name="KSO_WM_UNIT_FILL_TYPE" val="3"/>
  <p:tag name="KSO_WM_UNIT_SHADOW_SCHEMECOLOR_INDEX_BRIGHTNESS" val="-0.5"/>
  <p:tag name="KSO_WM_UNIT_SHADOW_SCHEMECOLOR_INDEX" val="5"/>
  <p:tag name="KSO_WM_UNIT_TEXT_FILL_FORE_SCHEMECOLOR_INDEX_BRIGHTNESS" val="0"/>
  <p:tag name="KSO_WM_UNIT_TEXT_FILL_FORE_SCHEMECOLOR_INDEX" val="7"/>
  <p:tag name="KSO_WM_UNIT_TEXT_FILL_TYPE" val="1"/>
</p:tagLst>
</file>

<file path=ppt/tags/tag2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2"/>
  <p:tag name="KSO_WM_UNIT_FILL_FORE_SCHEMECOLOR_INDEX_1_BRIGHTNESS" val="0"/>
  <p:tag name="KSO_WM_UNIT_FILL_FORE_SCHEMECOLOR_INDEX_1" val="16"/>
  <p:tag name="KSO_WM_UNIT_FILL_FORE_SCHEMECOLOR_INDEX_1_POS" val="0"/>
  <p:tag name="KSO_WM_UNIT_FILL_FORE_SCHEMECOLOR_INDEX_1_TRANS" val="0"/>
  <p:tag name="KSO_WM_UNIT_FILL_FORE_SCHEMECOLOR_INDEX_2_BRIGHTNESS" val="0"/>
  <p:tag name="KSO_WM_UNIT_FILL_FORE_SCHEMECOLOR_INDEX_2" val="15"/>
  <p:tag name="KSO_WM_UNIT_FILL_FORE_SCHEMECOLOR_INDEX_2_POS" val="1"/>
  <p:tag name="KSO_WM_UNIT_FILL_FORE_SCHEMECOLOR_INDEX_2_TRANS" val="0"/>
  <p:tag name="KSO_WM_UNIT_FILL_GRADIENT_TYPE" val="0"/>
  <p:tag name="KSO_WM_UNIT_FILL_GRADIENT_ANGLE" val="0"/>
  <p:tag name="KSO_WM_UNIT_FILL_GRADIENT_Direction" val="3"/>
  <p:tag name="KSO_WM_UNIT_FILL_TYPE" val="3"/>
  <p:tag name="KSO_WM_UNIT_SHADOW_SCHEMECOLOR_INDEX_BRIGHTNESS" val="-0.5"/>
  <p:tag name="KSO_WM_UNIT_SHADOW_SCHEMECOLOR_INDEX" val="5"/>
  <p:tag name="KSO_WM_UNIT_TEXT_FILL_FORE_SCHEMECOLOR_INDEX_BRIGHTNESS" val="0"/>
  <p:tag name="KSO_WM_UNIT_TEXT_FILL_FORE_SCHEMECOLOR_INDEX" val="7"/>
  <p:tag name="KSO_WM_UNIT_TEXT_FILL_TYPE" val="1"/>
</p:tagLst>
</file>

<file path=ppt/tags/tag218.xml><?xml version="1.0" encoding="utf-8"?>
<p:tagLst xmlns:p="http://schemas.openxmlformats.org/presentationml/2006/main">
  <p:tag name="KSO_WM_UNIT_FILL_FORE_SCHEMECOLOR_INDEX_BRIGHTNESS" val="-0.25"/>
  <p:tag name="KSO_WM_UNIT_FILL_FORE_SCHEMECOLOR_INDEX" val="14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219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220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  <p:tag name="KSO_WM_BEAUTIFY_FLAG" val=""/>
</p:tagLst>
</file>

<file path=ppt/tags/tag221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  <p:tag name="KSO_WM_BEAUTIFY_FLAG" val=""/>
</p:tagLst>
</file>

<file path=ppt/tags/tag222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  <p:tag name="KSO_WM_BEAUTIFY_FLAG" val=""/>
</p:tagLst>
</file>

<file path=ppt/tags/tag223.xml><?xml version="1.0" encoding="utf-8"?>
<p:tagLst xmlns:p="http://schemas.openxmlformats.org/presentationml/2006/main">
  <p:tag name="KSO_WM_SLIDE_BACKGROUND_TYPE" val="general"/>
  <p:tag name="KSO_WM_SLIDE_BK_DARK_LIGHT" val="2"/>
</p:tagLst>
</file>

<file path=ppt/tags/tag2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2"/>
  <p:tag name="KSO_WM_UNIT_TYPE" val="i"/>
  <p:tag name="KSO_WM_UNIT_FILL_FORE_SCHEMECOLOR_INDEX_1_BRIGHTNESS" val="0"/>
  <p:tag name="KSO_WM_UNIT_FILL_FORE_SCHEMECOLOR_INDEX_1" val="16"/>
  <p:tag name="KSO_WM_UNIT_FILL_FORE_SCHEMECOLOR_INDEX_1_POS" val="0"/>
  <p:tag name="KSO_WM_UNIT_FILL_FORE_SCHEMECOLOR_INDEX_1_TRANS" val="0"/>
  <p:tag name="KSO_WM_UNIT_FILL_FORE_SCHEMECOLOR_INDEX_2_BRIGHTNESS" val="0"/>
  <p:tag name="KSO_WM_UNIT_FILL_FORE_SCHEMECOLOR_INDEX_2" val="15"/>
  <p:tag name="KSO_WM_UNIT_FILL_FORE_SCHEMECOLOR_INDEX_2_POS" val="1"/>
  <p:tag name="KSO_WM_UNIT_FILL_FORE_SCHEMECOLOR_INDEX_2_TRANS" val="0"/>
  <p:tag name="KSO_WM_UNIT_FILL_GRADIENT_TYPE" val="0"/>
  <p:tag name="KSO_WM_UNIT_FILL_GRADIENT_ANGLE" val="0"/>
  <p:tag name="KSO_WM_UNIT_FILL_GRADIENT_Direction" val="3"/>
  <p:tag name="KSO_WM_UNIT_FILL_TYPE" val="3"/>
  <p:tag name="KSO_WM_UNIT_SHADOW_SCHEMECOLOR_INDEX_BRIGHTNESS" val="-0.5"/>
  <p:tag name="KSO_WM_UNIT_SHADOW_SCHEMECOLOR_INDEX" val="5"/>
  <p:tag name="KSO_WM_UNIT_TEXT_FILL_FORE_SCHEMECOLOR_INDEX_BRIGHTNESS" val="0"/>
  <p:tag name="KSO_WM_UNIT_TEXT_FILL_FORE_SCHEMECOLOR_INDEX" val="7"/>
  <p:tag name="KSO_WM_UNIT_TEXT_FILL_TYPE" val="1"/>
</p:tagLst>
</file>

<file path=ppt/tags/tag225.xml><?xml version="1.0" encoding="utf-8"?>
<p:tagLst xmlns:p="http://schemas.openxmlformats.org/presentationml/2006/main">
  <p:tag name="KSO_WM_SLIDE_BACKGROUND_TYPE" val="general"/>
  <p:tag name="KSO_WM_UNIT_TYPE" val="i"/>
</p:tagLst>
</file>

<file path=ppt/tags/tag2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2"/>
  <p:tag name="KSO_WM_UNIT_FILL_FORE_SCHEMECOLOR_INDEX_1_BRIGHTNESS" val="0"/>
  <p:tag name="KSO_WM_UNIT_FILL_FORE_SCHEMECOLOR_INDEX_1" val="16"/>
  <p:tag name="KSO_WM_UNIT_FILL_FORE_SCHEMECOLOR_INDEX_1_POS" val="0"/>
  <p:tag name="KSO_WM_UNIT_FILL_FORE_SCHEMECOLOR_INDEX_1_TRANS" val="0"/>
  <p:tag name="KSO_WM_UNIT_FILL_FORE_SCHEMECOLOR_INDEX_2_BRIGHTNESS" val="0"/>
  <p:tag name="KSO_WM_UNIT_FILL_FORE_SCHEMECOLOR_INDEX_2" val="15"/>
  <p:tag name="KSO_WM_UNIT_FILL_FORE_SCHEMECOLOR_INDEX_2_POS" val="1"/>
  <p:tag name="KSO_WM_UNIT_FILL_FORE_SCHEMECOLOR_INDEX_2_TRANS" val="0"/>
  <p:tag name="KSO_WM_UNIT_FILL_GRADIENT_TYPE" val="0"/>
  <p:tag name="KSO_WM_UNIT_FILL_GRADIENT_ANGLE" val="0"/>
  <p:tag name="KSO_WM_UNIT_FILL_GRADIENT_Direction" val="3"/>
  <p:tag name="KSO_WM_UNIT_FILL_TYPE" val="3"/>
  <p:tag name="KSO_WM_UNIT_SHADOW_SCHEMECOLOR_INDEX_BRIGHTNESS" val="-0.5"/>
  <p:tag name="KSO_WM_UNIT_SHADOW_SCHEMECOLOR_INDEX" val="5"/>
  <p:tag name="KSO_WM_UNIT_TEXT_FILL_FORE_SCHEMECOLOR_INDEX_BRIGHTNESS" val="0"/>
  <p:tag name="KSO_WM_UNIT_TEXT_FILL_FORE_SCHEMECOLOR_INDEX" val="7"/>
  <p:tag name="KSO_WM_UNIT_TEXT_FILL_TYPE" val="1"/>
</p:tagLst>
</file>

<file path=ppt/tags/tag2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2"/>
  <p:tag name="KSO_WM_UNIT_FILL_FORE_SCHEMECOLOR_INDEX_1_BRIGHTNESS" val="0"/>
  <p:tag name="KSO_WM_UNIT_FILL_FORE_SCHEMECOLOR_INDEX_1" val="16"/>
  <p:tag name="KSO_WM_UNIT_FILL_FORE_SCHEMECOLOR_INDEX_1_POS" val="0"/>
  <p:tag name="KSO_WM_UNIT_FILL_FORE_SCHEMECOLOR_INDEX_1_TRANS" val="0"/>
  <p:tag name="KSO_WM_UNIT_FILL_FORE_SCHEMECOLOR_INDEX_2_BRIGHTNESS" val="0"/>
  <p:tag name="KSO_WM_UNIT_FILL_FORE_SCHEMECOLOR_INDEX_2" val="15"/>
  <p:tag name="KSO_WM_UNIT_FILL_FORE_SCHEMECOLOR_INDEX_2_POS" val="1"/>
  <p:tag name="KSO_WM_UNIT_FILL_FORE_SCHEMECOLOR_INDEX_2_TRANS" val="0"/>
  <p:tag name="KSO_WM_UNIT_FILL_GRADIENT_TYPE" val="0"/>
  <p:tag name="KSO_WM_UNIT_FILL_GRADIENT_ANGLE" val="0"/>
  <p:tag name="KSO_WM_UNIT_FILL_GRADIENT_Direction" val="3"/>
  <p:tag name="KSO_WM_UNIT_FILL_TYPE" val="3"/>
  <p:tag name="KSO_WM_UNIT_SHADOW_SCHEMECOLOR_INDEX_BRIGHTNESS" val="-0.5"/>
  <p:tag name="KSO_WM_UNIT_SHADOW_SCHEMECOLOR_INDEX" val="5"/>
  <p:tag name="KSO_WM_UNIT_TEXT_FILL_FORE_SCHEMECOLOR_INDEX_BRIGHTNESS" val="0"/>
  <p:tag name="KSO_WM_UNIT_TEXT_FILL_FORE_SCHEMECOLOR_INDEX" val="7"/>
  <p:tag name="KSO_WM_UNIT_TEXT_FILL_TYPE" val="1"/>
</p:tagLst>
</file>

<file path=ppt/tags/tag228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229.xml><?xml version="1.0" encoding="utf-8"?>
<p:tagLst xmlns:p="http://schemas.openxmlformats.org/presentationml/2006/main">
  <p:tag name="KSO_WM_UNIT_TEXT_FILL_FORE_SCHEMECOLOR_INDEX_BRIGHTNESS" val="0"/>
  <p:tag name="KSO_WM_UNIT_TEXT_FILL_FORE_SCHEMECOLOR_INDEX" val="15"/>
  <p:tag name="KSO_WM_UNIT_TEXT_FILL_TYPE" val="1"/>
  <p:tag name="KSO_WM_UNIT_TEXT_SHADOW_SCHEMECOLOR_INDEX_BRIGHTNESS" val="0"/>
  <p:tag name="KSO_WM_UNIT_TEXT_SHADOW_SCHEMECOLOR_INDEX" val="1"/>
</p:tagLst>
</file>

<file path=ppt/tags/tag230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  <p:tag name="KSO_WM_BEAUTIFY_FLAG" val=""/>
</p:tagLst>
</file>

<file path=ppt/tags/tag231.xml><?xml version="1.0" encoding="utf-8"?>
<p:tagLst xmlns:p="http://schemas.openxmlformats.org/presentationml/2006/main">
  <p:tag name="KSO_WM_SLIDE_BACKGROUND_TYPE" val="general"/>
  <p:tag name="KSO_WM_SLIDE_BK_DARK_LIGHT" val="2"/>
</p:tagLst>
</file>

<file path=ppt/tags/tag2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2"/>
  <p:tag name="KSO_WM_UNIT_TYPE" val="i"/>
  <p:tag name="KSO_WM_UNIT_FILL_FORE_SCHEMECOLOR_INDEX_1_BRIGHTNESS" val="0"/>
  <p:tag name="KSO_WM_UNIT_FILL_FORE_SCHEMECOLOR_INDEX_1" val="16"/>
  <p:tag name="KSO_WM_UNIT_FILL_FORE_SCHEMECOLOR_INDEX_1_POS" val="0"/>
  <p:tag name="KSO_WM_UNIT_FILL_FORE_SCHEMECOLOR_INDEX_1_TRANS" val="0"/>
  <p:tag name="KSO_WM_UNIT_FILL_FORE_SCHEMECOLOR_INDEX_2_BRIGHTNESS" val="0"/>
  <p:tag name="KSO_WM_UNIT_FILL_FORE_SCHEMECOLOR_INDEX_2" val="15"/>
  <p:tag name="KSO_WM_UNIT_FILL_FORE_SCHEMECOLOR_INDEX_2_POS" val="1"/>
  <p:tag name="KSO_WM_UNIT_FILL_FORE_SCHEMECOLOR_INDEX_2_TRANS" val="0"/>
  <p:tag name="KSO_WM_UNIT_FILL_GRADIENT_TYPE" val="0"/>
  <p:tag name="KSO_WM_UNIT_FILL_GRADIENT_ANGLE" val="0"/>
  <p:tag name="KSO_WM_UNIT_FILL_GRADIENT_Direction" val="3"/>
  <p:tag name="KSO_WM_UNIT_FILL_TYPE" val="3"/>
  <p:tag name="KSO_WM_UNIT_SHADOW_SCHEMECOLOR_INDEX_BRIGHTNESS" val="-0.5"/>
  <p:tag name="KSO_WM_UNIT_SHADOW_SCHEMECOLOR_INDEX" val="5"/>
  <p:tag name="KSO_WM_UNIT_TEXT_FILL_FORE_SCHEMECOLOR_INDEX_BRIGHTNESS" val="0"/>
  <p:tag name="KSO_WM_UNIT_TEXT_FILL_FORE_SCHEMECOLOR_INDEX" val="7"/>
  <p:tag name="KSO_WM_UNIT_TEXT_FILL_TYPE" val="1"/>
</p:tagLst>
</file>

<file path=ppt/tags/tag233.xml><?xml version="1.0" encoding="utf-8"?>
<p:tagLst xmlns:p="http://schemas.openxmlformats.org/presentationml/2006/main">
  <p:tag name="KSO_WM_SLIDE_BACKGROUND_TYPE" val="general"/>
  <p:tag name="KSO_WM_UNIT_TYPE" val="i"/>
</p:tagLst>
</file>

<file path=ppt/tags/tag2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2"/>
  <p:tag name="KSO_WM_UNIT_FILL_FORE_SCHEMECOLOR_INDEX_1_BRIGHTNESS" val="0"/>
  <p:tag name="KSO_WM_UNIT_FILL_FORE_SCHEMECOLOR_INDEX_1" val="16"/>
  <p:tag name="KSO_WM_UNIT_FILL_FORE_SCHEMECOLOR_INDEX_1_POS" val="0"/>
  <p:tag name="KSO_WM_UNIT_FILL_FORE_SCHEMECOLOR_INDEX_1_TRANS" val="0"/>
  <p:tag name="KSO_WM_UNIT_FILL_FORE_SCHEMECOLOR_INDEX_2_BRIGHTNESS" val="0"/>
  <p:tag name="KSO_WM_UNIT_FILL_FORE_SCHEMECOLOR_INDEX_2" val="15"/>
  <p:tag name="KSO_WM_UNIT_FILL_FORE_SCHEMECOLOR_INDEX_2_POS" val="1"/>
  <p:tag name="KSO_WM_UNIT_FILL_FORE_SCHEMECOLOR_INDEX_2_TRANS" val="0"/>
  <p:tag name="KSO_WM_UNIT_FILL_GRADIENT_TYPE" val="0"/>
  <p:tag name="KSO_WM_UNIT_FILL_GRADIENT_ANGLE" val="0"/>
  <p:tag name="KSO_WM_UNIT_FILL_GRADIENT_Direction" val="3"/>
  <p:tag name="KSO_WM_UNIT_FILL_TYPE" val="3"/>
  <p:tag name="KSO_WM_UNIT_SHADOW_SCHEMECOLOR_INDEX_BRIGHTNESS" val="-0.5"/>
  <p:tag name="KSO_WM_UNIT_SHADOW_SCHEMECOLOR_INDEX" val="5"/>
  <p:tag name="KSO_WM_UNIT_TEXT_FILL_FORE_SCHEMECOLOR_INDEX_BRIGHTNESS" val="0"/>
  <p:tag name="KSO_WM_UNIT_TEXT_FILL_FORE_SCHEMECOLOR_INDEX" val="7"/>
  <p:tag name="KSO_WM_UNIT_TEXT_FILL_TYPE" val="1"/>
</p:tagLst>
</file>

<file path=ppt/tags/tag2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2"/>
  <p:tag name="KSO_WM_UNIT_FILL_FORE_SCHEMECOLOR_INDEX_1_BRIGHTNESS" val="0"/>
  <p:tag name="KSO_WM_UNIT_FILL_FORE_SCHEMECOLOR_INDEX_1" val="16"/>
  <p:tag name="KSO_WM_UNIT_FILL_FORE_SCHEMECOLOR_INDEX_1_POS" val="0"/>
  <p:tag name="KSO_WM_UNIT_FILL_FORE_SCHEMECOLOR_INDEX_1_TRANS" val="0"/>
  <p:tag name="KSO_WM_UNIT_FILL_FORE_SCHEMECOLOR_INDEX_2_BRIGHTNESS" val="0"/>
  <p:tag name="KSO_WM_UNIT_FILL_FORE_SCHEMECOLOR_INDEX_2" val="15"/>
  <p:tag name="KSO_WM_UNIT_FILL_FORE_SCHEMECOLOR_INDEX_2_POS" val="1"/>
  <p:tag name="KSO_WM_UNIT_FILL_FORE_SCHEMECOLOR_INDEX_2_TRANS" val="0"/>
  <p:tag name="KSO_WM_UNIT_FILL_GRADIENT_TYPE" val="0"/>
  <p:tag name="KSO_WM_UNIT_FILL_GRADIENT_ANGLE" val="0"/>
  <p:tag name="KSO_WM_UNIT_FILL_GRADIENT_Direction" val="3"/>
  <p:tag name="KSO_WM_UNIT_FILL_TYPE" val="3"/>
  <p:tag name="KSO_WM_UNIT_SHADOW_SCHEMECOLOR_INDEX_BRIGHTNESS" val="-0.5"/>
  <p:tag name="KSO_WM_UNIT_SHADOW_SCHEMECOLOR_INDEX" val="5"/>
  <p:tag name="KSO_WM_UNIT_TEXT_FILL_FORE_SCHEMECOLOR_INDEX_BRIGHTNESS" val="0"/>
  <p:tag name="KSO_WM_UNIT_TEXT_FILL_FORE_SCHEMECOLOR_INDEX" val="7"/>
  <p:tag name="KSO_WM_UNIT_TEXT_FILL_TYPE" val="1"/>
</p:tagLst>
</file>

<file path=ppt/tags/tag236.xml><?xml version="1.0" encoding="utf-8"?>
<p:tagLst xmlns:p="http://schemas.openxmlformats.org/presentationml/2006/main">
  <p:tag name="KSO_WM_UNIT_TEXT_FILL_FORE_SCHEMECOLOR_INDEX_BRIGHTNESS" val="0"/>
  <p:tag name="KSO_WM_UNIT_TEXT_FILL_FORE_SCHEMECOLOR_INDEX" val="15"/>
  <p:tag name="KSO_WM_UNIT_TEXT_FILL_TYPE" val="1"/>
</p:tagLst>
</file>

<file path=ppt/tags/tag237.xml><?xml version="1.0" encoding="utf-8"?>
<p:tagLst xmlns:p="http://schemas.openxmlformats.org/presentationml/2006/main">
  <p:tag name="KSO_WM_UNIT_FILL_FORE_SCHEMECOLOR_INDEX_BRIGHTNESS" val="-0.25"/>
  <p:tag name="KSO_WM_UNIT_FILL_FORE_SCHEMECOLOR_INDEX" val="14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238.xml><?xml version="1.0" encoding="utf-8"?>
<p:tagLst xmlns:p="http://schemas.openxmlformats.org/presentationml/2006/main">
  <p:tag name="KSO_WM_UNIT_FILL_FORE_SCHEMECOLOR_INDEX_BRIGHTNESS" val="-0.25"/>
  <p:tag name="KSO_WM_UNIT_FILL_FORE_SCHEMECOLOR_INDEX" val="14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239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  <p:tag name="KSO_WM_BEAUTIFY_FLAG" val=""/>
</p:tagLst>
</file>

<file path=ppt/tags/tag240.xml><?xml version="1.0" encoding="utf-8"?>
<p:tagLst xmlns:p="http://schemas.openxmlformats.org/presentationml/2006/main">
  <p:tag name="KSO_WM_SLIDE_BACKGROUND_TYPE" val="general"/>
  <p:tag name="KSO_WM_SLIDE_BK_DARK_LIGHT" val="2"/>
</p:tagLst>
</file>

<file path=ppt/tags/tag2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2"/>
  <p:tag name="KSO_WM_UNIT_TYPE" val="i"/>
  <p:tag name="KSO_WM_UNIT_FILL_FORE_SCHEMECOLOR_INDEX_1_BRIGHTNESS" val="0"/>
  <p:tag name="KSO_WM_UNIT_FILL_FORE_SCHEMECOLOR_INDEX_1" val="16"/>
  <p:tag name="KSO_WM_UNIT_FILL_FORE_SCHEMECOLOR_INDEX_1_POS" val="0"/>
  <p:tag name="KSO_WM_UNIT_FILL_FORE_SCHEMECOLOR_INDEX_1_TRANS" val="0"/>
  <p:tag name="KSO_WM_UNIT_FILL_FORE_SCHEMECOLOR_INDEX_2_BRIGHTNESS" val="0"/>
  <p:tag name="KSO_WM_UNIT_FILL_FORE_SCHEMECOLOR_INDEX_2" val="15"/>
  <p:tag name="KSO_WM_UNIT_FILL_FORE_SCHEMECOLOR_INDEX_2_POS" val="1"/>
  <p:tag name="KSO_WM_UNIT_FILL_FORE_SCHEMECOLOR_INDEX_2_TRANS" val="0"/>
  <p:tag name="KSO_WM_UNIT_FILL_GRADIENT_TYPE" val="0"/>
  <p:tag name="KSO_WM_UNIT_FILL_GRADIENT_ANGLE" val="0"/>
  <p:tag name="KSO_WM_UNIT_FILL_GRADIENT_Direction" val="3"/>
  <p:tag name="KSO_WM_UNIT_FILL_TYPE" val="3"/>
  <p:tag name="KSO_WM_UNIT_SHADOW_SCHEMECOLOR_INDEX_BRIGHTNESS" val="-0.5"/>
  <p:tag name="KSO_WM_UNIT_SHADOW_SCHEMECOLOR_INDEX" val="5"/>
  <p:tag name="KSO_WM_UNIT_TEXT_FILL_FORE_SCHEMECOLOR_INDEX_BRIGHTNESS" val="0"/>
  <p:tag name="KSO_WM_UNIT_TEXT_FILL_FORE_SCHEMECOLOR_INDEX" val="7"/>
  <p:tag name="KSO_WM_UNIT_TEXT_FILL_TYPE" val="1"/>
</p:tagLst>
</file>

<file path=ppt/tags/tag242.xml><?xml version="1.0" encoding="utf-8"?>
<p:tagLst xmlns:p="http://schemas.openxmlformats.org/presentationml/2006/main">
  <p:tag name="KSO_WM_SLIDE_BACKGROUND_TYPE" val="general"/>
  <p:tag name="KSO_WM_UNIT_TYPE" val="i"/>
</p:tagLst>
</file>

<file path=ppt/tags/tag2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2"/>
  <p:tag name="KSO_WM_UNIT_FILL_FORE_SCHEMECOLOR_INDEX_1_BRIGHTNESS" val="0"/>
  <p:tag name="KSO_WM_UNIT_FILL_FORE_SCHEMECOLOR_INDEX_1" val="16"/>
  <p:tag name="KSO_WM_UNIT_FILL_FORE_SCHEMECOLOR_INDEX_1_POS" val="0"/>
  <p:tag name="KSO_WM_UNIT_FILL_FORE_SCHEMECOLOR_INDEX_1_TRANS" val="0"/>
  <p:tag name="KSO_WM_UNIT_FILL_FORE_SCHEMECOLOR_INDEX_2_BRIGHTNESS" val="0"/>
  <p:tag name="KSO_WM_UNIT_FILL_FORE_SCHEMECOLOR_INDEX_2" val="15"/>
  <p:tag name="KSO_WM_UNIT_FILL_FORE_SCHEMECOLOR_INDEX_2_POS" val="1"/>
  <p:tag name="KSO_WM_UNIT_FILL_FORE_SCHEMECOLOR_INDEX_2_TRANS" val="0"/>
  <p:tag name="KSO_WM_UNIT_FILL_GRADIENT_TYPE" val="0"/>
  <p:tag name="KSO_WM_UNIT_FILL_GRADIENT_ANGLE" val="0"/>
  <p:tag name="KSO_WM_UNIT_FILL_GRADIENT_Direction" val="3"/>
  <p:tag name="KSO_WM_UNIT_FILL_TYPE" val="3"/>
  <p:tag name="KSO_WM_UNIT_SHADOW_SCHEMECOLOR_INDEX_BRIGHTNESS" val="-0.5"/>
  <p:tag name="KSO_WM_UNIT_SHADOW_SCHEMECOLOR_INDEX" val="5"/>
  <p:tag name="KSO_WM_UNIT_TEXT_FILL_FORE_SCHEMECOLOR_INDEX_BRIGHTNESS" val="0"/>
  <p:tag name="KSO_WM_UNIT_TEXT_FILL_FORE_SCHEMECOLOR_INDEX" val="7"/>
  <p:tag name="KSO_WM_UNIT_TEXT_FILL_TYPE" val="1"/>
</p:tagLst>
</file>

<file path=ppt/tags/tag2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2"/>
  <p:tag name="KSO_WM_UNIT_FILL_FORE_SCHEMECOLOR_INDEX_1_BRIGHTNESS" val="0"/>
  <p:tag name="KSO_WM_UNIT_FILL_FORE_SCHEMECOLOR_INDEX_1" val="16"/>
  <p:tag name="KSO_WM_UNIT_FILL_FORE_SCHEMECOLOR_INDEX_1_POS" val="0"/>
  <p:tag name="KSO_WM_UNIT_FILL_FORE_SCHEMECOLOR_INDEX_1_TRANS" val="0"/>
  <p:tag name="KSO_WM_UNIT_FILL_FORE_SCHEMECOLOR_INDEX_2_BRIGHTNESS" val="0"/>
  <p:tag name="KSO_WM_UNIT_FILL_FORE_SCHEMECOLOR_INDEX_2" val="15"/>
  <p:tag name="KSO_WM_UNIT_FILL_FORE_SCHEMECOLOR_INDEX_2_POS" val="1"/>
  <p:tag name="KSO_WM_UNIT_FILL_FORE_SCHEMECOLOR_INDEX_2_TRANS" val="0"/>
  <p:tag name="KSO_WM_UNIT_FILL_GRADIENT_TYPE" val="0"/>
  <p:tag name="KSO_WM_UNIT_FILL_GRADIENT_ANGLE" val="0"/>
  <p:tag name="KSO_WM_UNIT_FILL_GRADIENT_Direction" val="3"/>
  <p:tag name="KSO_WM_UNIT_FILL_TYPE" val="3"/>
  <p:tag name="KSO_WM_UNIT_SHADOW_SCHEMECOLOR_INDEX_BRIGHTNESS" val="-0.5"/>
  <p:tag name="KSO_WM_UNIT_SHADOW_SCHEMECOLOR_INDEX" val="5"/>
  <p:tag name="KSO_WM_UNIT_TEXT_FILL_FORE_SCHEMECOLOR_INDEX_BRIGHTNESS" val="0"/>
  <p:tag name="KSO_WM_UNIT_TEXT_FILL_FORE_SCHEMECOLOR_INDEX" val="7"/>
  <p:tag name="KSO_WM_UNIT_TEXT_FILL_TYPE" val="1"/>
</p:tagLst>
</file>

<file path=ppt/tags/tag245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246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  <p:tag name="KSO_WM_BEAUTIFY_FLAG" val=""/>
</p:tagLst>
</file>

<file path=ppt/tags/tag247.xml><?xml version="1.0" encoding="utf-8"?>
<p:tagLst xmlns:p="http://schemas.openxmlformats.org/presentationml/2006/main">
  <p:tag name="KSO_WM_SLIDE_BACKGROUND_TYPE" val="general"/>
  <p:tag name="KSO_WM_SLIDE_BK_DARK_LIGHT" val="2"/>
</p:tagLst>
</file>

<file path=ppt/tags/tag248.xml><?xml version="1.0" encoding="utf-8"?>
<p:tagLst xmlns:p="http://schemas.openxmlformats.org/presentationml/2006/main">
  <p:tag name="commondata" val="eyJoZGlkIjoiZWY4OTJjMmQxNDQ2NDZhZWQwNDU0NmI5NmY5NThjMDMifQ=="/>
</p:tagLst>
</file>

<file path=ppt/theme/theme1.xml><?xml version="1.0" encoding="utf-8"?>
<a:theme xmlns:a="http://schemas.openxmlformats.org/drawingml/2006/main" name="1_Office 主题">
  <a:themeElements>
    <a:clrScheme name="1_Office 主题 1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FFFFFF"/>
      </a:accent3>
      <a:accent4>
        <a:srgbClr val="000000"/>
      </a:accent4>
      <a:accent5>
        <a:srgbClr val="B5CBE7"/>
      </a:accent5>
      <a:accent6>
        <a:srgbClr val="D7712B"/>
      </a:accent6>
      <a:hlink>
        <a:srgbClr val="0563C1"/>
      </a:hlink>
      <a:folHlink>
        <a:srgbClr val="954F72"/>
      </a:folHlink>
    </a:clrScheme>
    <a:fontScheme name="1_Office 主题">
      <a:majorFont>
        <a:latin typeface="Calibri Light"/>
        <a:ea typeface="宋体"/>
        <a:cs typeface=""/>
      </a:majorFont>
      <a:minorFont>
        <a:latin typeface="Calibri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alibri" panose="020F050202020403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alibri" panose="020F050202020403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1_Office 主题 1">
        <a:dk1>
          <a:srgbClr val="000000"/>
        </a:dk1>
        <a:lt1>
          <a:srgbClr val="FFFFFF"/>
        </a:lt1>
        <a:dk2>
          <a:srgbClr val="44546A"/>
        </a:dk2>
        <a:lt2>
          <a:srgbClr val="E7E6E6"/>
        </a:lt2>
        <a:accent1>
          <a:srgbClr val="5B9BD5"/>
        </a:accent1>
        <a:accent2>
          <a:srgbClr val="ED7D31"/>
        </a:accent2>
        <a:accent3>
          <a:srgbClr val="FFFFFF"/>
        </a:accent3>
        <a:accent4>
          <a:srgbClr val="000000"/>
        </a:accent4>
        <a:accent5>
          <a:srgbClr val="B5CBE7"/>
        </a:accent5>
        <a:accent6>
          <a:srgbClr val="D7712B"/>
        </a:accent6>
        <a:hlink>
          <a:srgbClr val="0563C1"/>
        </a:hlink>
        <a:folHlink>
          <a:srgbClr val="954F7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2_Office 主题">
  <a:themeElements>
    <a:clrScheme name="2_Office 主题 1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FFFFFF"/>
      </a:accent3>
      <a:accent4>
        <a:srgbClr val="000000"/>
      </a:accent4>
      <a:accent5>
        <a:srgbClr val="B5CBE7"/>
      </a:accent5>
      <a:accent6>
        <a:srgbClr val="D7712B"/>
      </a:accent6>
      <a:hlink>
        <a:srgbClr val="0563C1"/>
      </a:hlink>
      <a:folHlink>
        <a:srgbClr val="954F72"/>
      </a:folHlink>
    </a:clrScheme>
    <a:fontScheme name="2_Office 主题">
      <a:majorFont>
        <a:latin typeface="Calibri Light"/>
        <a:ea typeface="宋体"/>
        <a:cs typeface=""/>
      </a:majorFont>
      <a:minorFont>
        <a:latin typeface="Calibri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alibri" panose="020F050202020403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alibri" panose="020F050202020403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2_Office 主题 1">
        <a:dk1>
          <a:srgbClr val="000000"/>
        </a:dk1>
        <a:lt1>
          <a:srgbClr val="FFFFFF"/>
        </a:lt1>
        <a:dk2>
          <a:srgbClr val="44546A"/>
        </a:dk2>
        <a:lt2>
          <a:srgbClr val="E7E6E6"/>
        </a:lt2>
        <a:accent1>
          <a:srgbClr val="5B9BD5"/>
        </a:accent1>
        <a:accent2>
          <a:srgbClr val="ED7D31"/>
        </a:accent2>
        <a:accent3>
          <a:srgbClr val="FFFFFF"/>
        </a:accent3>
        <a:accent4>
          <a:srgbClr val="000000"/>
        </a:accent4>
        <a:accent5>
          <a:srgbClr val="B5CBE7"/>
        </a:accent5>
        <a:accent6>
          <a:srgbClr val="D7712B"/>
        </a:accent6>
        <a:hlink>
          <a:srgbClr val="0563C1"/>
        </a:hlink>
        <a:folHlink>
          <a:srgbClr val="954F7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3_Office 主题">
  <a:themeElements>
    <a:clrScheme name="3_Office 主题 1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FFFFFF"/>
      </a:accent3>
      <a:accent4>
        <a:srgbClr val="000000"/>
      </a:accent4>
      <a:accent5>
        <a:srgbClr val="B5CBE7"/>
      </a:accent5>
      <a:accent6>
        <a:srgbClr val="D7712B"/>
      </a:accent6>
      <a:hlink>
        <a:srgbClr val="0563C1"/>
      </a:hlink>
      <a:folHlink>
        <a:srgbClr val="954F72"/>
      </a:folHlink>
    </a:clrScheme>
    <a:fontScheme name="3_Office 主题">
      <a:majorFont>
        <a:latin typeface="Calibri Light"/>
        <a:ea typeface="宋体"/>
        <a:cs typeface=""/>
      </a:majorFont>
      <a:minorFont>
        <a:latin typeface="Calibri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alibri" panose="020F050202020403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alibri" panose="020F050202020403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3_Office 主题 1">
        <a:dk1>
          <a:srgbClr val="000000"/>
        </a:dk1>
        <a:lt1>
          <a:srgbClr val="FFFFFF"/>
        </a:lt1>
        <a:dk2>
          <a:srgbClr val="44546A"/>
        </a:dk2>
        <a:lt2>
          <a:srgbClr val="E7E6E6"/>
        </a:lt2>
        <a:accent1>
          <a:srgbClr val="5B9BD5"/>
        </a:accent1>
        <a:accent2>
          <a:srgbClr val="ED7D31"/>
        </a:accent2>
        <a:accent3>
          <a:srgbClr val="FFFFFF"/>
        </a:accent3>
        <a:accent4>
          <a:srgbClr val="000000"/>
        </a:accent4>
        <a:accent5>
          <a:srgbClr val="B5CBE7"/>
        </a:accent5>
        <a:accent6>
          <a:srgbClr val="D7712B"/>
        </a:accent6>
        <a:hlink>
          <a:srgbClr val="0563C1"/>
        </a:hlink>
        <a:folHlink>
          <a:srgbClr val="954F7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4_Office 主题">
  <a:themeElements>
    <a:clrScheme name="4_Office 主题 1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FFFFFF"/>
      </a:accent3>
      <a:accent4>
        <a:srgbClr val="000000"/>
      </a:accent4>
      <a:accent5>
        <a:srgbClr val="B5CBE7"/>
      </a:accent5>
      <a:accent6>
        <a:srgbClr val="D7712B"/>
      </a:accent6>
      <a:hlink>
        <a:srgbClr val="0563C1"/>
      </a:hlink>
      <a:folHlink>
        <a:srgbClr val="954F72"/>
      </a:folHlink>
    </a:clrScheme>
    <a:fontScheme name="4_Office 主题">
      <a:majorFont>
        <a:latin typeface="Calibri Light"/>
        <a:ea typeface="宋体"/>
        <a:cs typeface=""/>
      </a:majorFont>
      <a:minorFont>
        <a:latin typeface="Calibri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alibri" panose="020F050202020403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alibri" panose="020F050202020403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4_Office 主题 1">
        <a:dk1>
          <a:srgbClr val="000000"/>
        </a:dk1>
        <a:lt1>
          <a:srgbClr val="FFFFFF"/>
        </a:lt1>
        <a:dk2>
          <a:srgbClr val="44546A"/>
        </a:dk2>
        <a:lt2>
          <a:srgbClr val="E7E6E6"/>
        </a:lt2>
        <a:accent1>
          <a:srgbClr val="5B9BD5"/>
        </a:accent1>
        <a:accent2>
          <a:srgbClr val="ED7D31"/>
        </a:accent2>
        <a:accent3>
          <a:srgbClr val="FFFFFF"/>
        </a:accent3>
        <a:accent4>
          <a:srgbClr val="000000"/>
        </a:accent4>
        <a:accent5>
          <a:srgbClr val="B5CBE7"/>
        </a:accent5>
        <a:accent6>
          <a:srgbClr val="D7712B"/>
        </a:accent6>
        <a:hlink>
          <a:srgbClr val="0563C1"/>
        </a:hlink>
        <a:folHlink>
          <a:srgbClr val="954F7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5_Office 主题">
  <a:themeElements>
    <a:clrScheme name="5_Office 主题 1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FFFFFF"/>
      </a:accent3>
      <a:accent4>
        <a:srgbClr val="000000"/>
      </a:accent4>
      <a:accent5>
        <a:srgbClr val="B5CBE7"/>
      </a:accent5>
      <a:accent6>
        <a:srgbClr val="D7712B"/>
      </a:accent6>
      <a:hlink>
        <a:srgbClr val="0563C1"/>
      </a:hlink>
      <a:folHlink>
        <a:srgbClr val="954F72"/>
      </a:folHlink>
    </a:clrScheme>
    <a:fontScheme name="5_Office 主题">
      <a:majorFont>
        <a:latin typeface="Calibri Light"/>
        <a:ea typeface="宋体"/>
        <a:cs typeface=""/>
      </a:majorFont>
      <a:minorFont>
        <a:latin typeface="Calibri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alibri" panose="020F050202020403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alibri" panose="020F050202020403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5_Office 主题 1">
        <a:dk1>
          <a:srgbClr val="000000"/>
        </a:dk1>
        <a:lt1>
          <a:srgbClr val="FFFFFF"/>
        </a:lt1>
        <a:dk2>
          <a:srgbClr val="44546A"/>
        </a:dk2>
        <a:lt2>
          <a:srgbClr val="E7E6E6"/>
        </a:lt2>
        <a:accent1>
          <a:srgbClr val="5B9BD5"/>
        </a:accent1>
        <a:accent2>
          <a:srgbClr val="ED7D31"/>
        </a:accent2>
        <a:accent3>
          <a:srgbClr val="FFFFFF"/>
        </a:accent3>
        <a:accent4>
          <a:srgbClr val="000000"/>
        </a:accent4>
        <a:accent5>
          <a:srgbClr val="B5CBE7"/>
        </a:accent5>
        <a:accent6>
          <a:srgbClr val="D7712B"/>
        </a:accent6>
        <a:hlink>
          <a:srgbClr val="0563C1"/>
        </a:hlink>
        <a:folHlink>
          <a:srgbClr val="954F7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6_Office 主题">
  <a:themeElements>
    <a:clrScheme name="6_Office 主题 1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FFFFFF"/>
      </a:accent3>
      <a:accent4>
        <a:srgbClr val="000000"/>
      </a:accent4>
      <a:accent5>
        <a:srgbClr val="B5CBE7"/>
      </a:accent5>
      <a:accent6>
        <a:srgbClr val="D7712B"/>
      </a:accent6>
      <a:hlink>
        <a:srgbClr val="0563C1"/>
      </a:hlink>
      <a:folHlink>
        <a:srgbClr val="954F72"/>
      </a:folHlink>
    </a:clrScheme>
    <a:fontScheme name="6_Office 主题">
      <a:majorFont>
        <a:latin typeface="Calibri Light"/>
        <a:ea typeface="宋体"/>
        <a:cs typeface=""/>
      </a:majorFont>
      <a:minorFont>
        <a:latin typeface="Calibri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alibri" panose="020F050202020403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alibri" panose="020F050202020403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6_Office 主题 1">
        <a:dk1>
          <a:srgbClr val="000000"/>
        </a:dk1>
        <a:lt1>
          <a:srgbClr val="FFFFFF"/>
        </a:lt1>
        <a:dk2>
          <a:srgbClr val="44546A"/>
        </a:dk2>
        <a:lt2>
          <a:srgbClr val="E7E6E6"/>
        </a:lt2>
        <a:accent1>
          <a:srgbClr val="5B9BD5"/>
        </a:accent1>
        <a:accent2>
          <a:srgbClr val="ED7D31"/>
        </a:accent2>
        <a:accent3>
          <a:srgbClr val="FFFFFF"/>
        </a:accent3>
        <a:accent4>
          <a:srgbClr val="000000"/>
        </a:accent4>
        <a:accent5>
          <a:srgbClr val="B5CBE7"/>
        </a:accent5>
        <a:accent6>
          <a:srgbClr val="D7712B"/>
        </a:accent6>
        <a:hlink>
          <a:srgbClr val="0563C1"/>
        </a:hlink>
        <a:folHlink>
          <a:srgbClr val="954F7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7_Office 主题">
  <a:themeElements>
    <a:clrScheme name="7_Office 主题 1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FFFFFF"/>
      </a:accent3>
      <a:accent4>
        <a:srgbClr val="000000"/>
      </a:accent4>
      <a:accent5>
        <a:srgbClr val="B5CBE7"/>
      </a:accent5>
      <a:accent6>
        <a:srgbClr val="D7712B"/>
      </a:accent6>
      <a:hlink>
        <a:srgbClr val="0563C1"/>
      </a:hlink>
      <a:folHlink>
        <a:srgbClr val="954F72"/>
      </a:folHlink>
    </a:clrScheme>
    <a:fontScheme name="7_Office 主题">
      <a:majorFont>
        <a:latin typeface="Calibri Light"/>
        <a:ea typeface="宋体"/>
        <a:cs typeface=""/>
      </a:majorFont>
      <a:minorFont>
        <a:latin typeface="Calibri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alibri" panose="020F050202020403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alibri" panose="020F050202020403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7_Office 主题 1">
        <a:dk1>
          <a:srgbClr val="000000"/>
        </a:dk1>
        <a:lt1>
          <a:srgbClr val="FFFFFF"/>
        </a:lt1>
        <a:dk2>
          <a:srgbClr val="44546A"/>
        </a:dk2>
        <a:lt2>
          <a:srgbClr val="E7E6E6"/>
        </a:lt2>
        <a:accent1>
          <a:srgbClr val="5B9BD5"/>
        </a:accent1>
        <a:accent2>
          <a:srgbClr val="ED7D31"/>
        </a:accent2>
        <a:accent3>
          <a:srgbClr val="FFFFFF"/>
        </a:accent3>
        <a:accent4>
          <a:srgbClr val="000000"/>
        </a:accent4>
        <a:accent5>
          <a:srgbClr val="B5CBE7"/>
        </a:accent5>
        <a:accent6>
          <a:srgbClr val="D7712B"/>
        </a:accent6>
        <a:hlink>
          <a:srgbClr val="0563C1"/>
        </a:hlink>
        <a:folHlink>
          <a:srgbClr val="954F7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8_Office 主题">
  <a:themeElements>
    <a:clrScheme name="8_Office 主题 1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FFFFFF"/>
      </a:accent3>
      <a:accent4>
        <a:srgbClr val="000000"/>
      </a:accent4>
      <a:accent5>
        <a:srgbClr val="B5CBE7"/>
      </a:accent5>
      <a:accent6>
        <a:srgbClr val="D7712B"/>
      </a:accent6>
      <a:hlink>
        <a:srgbClr val="0563C1"/>
      </a:hlink>
      <a:folHlink>
        <a:srgbClr val="954F72"/>
      </a:folHlink>
    </a:clrScheme>
    <a:fontScheme name="8_Office 主题">
      <a:majorFont>
        <a:latin typeface="Calibri Light"/>
        <a:ea typeface="宋体"/>
        <a:cs typeface=""/>
      </a:majorFont>
      <a:minorFont>
        <a:latin typeface="Calibri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alibri" panose="020F050202020403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alibri" panose="020F050202020403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8_Office 主题 1">
        <a:dk1>
          <a:srgbClr val="000000"/>
        </a:dk1>
        <a:lt1>
          <a:srgbClr val="FFFFFF"/>
        </a:lt1>
        <a:dk2>
          <a:srgbClr val="44546A"/>
        </a:dk2>
        <a:lt2>
          <a:srgbClr val="E7E6E6"/>
        </a:lt2>
        <a:accent1>
          <a:srgbClr val="5B9BD5"/>
        </a:accent1>
        <a:accent2>
          <a:srgbClr val="ED7D31"/>
        </a:accent2>
        <a:accent3>
          <a:srgbClr val="FFFFFF"/>
        </a:accent3>
        <a:accent4>
          <a:srgbClr val="000000"/>
        </a:accent4>
        <a:accent5>
          <a:srgbClr val="B5CBE7"/>
        </a:accent5>
        <a:accent6>
          <a:srgbClr val="D7712B"/>
        </a:accent6>
        <a:hlink>
          <a:srgbClr val="0563C1"/>
        </a:hlink>
        <a:folHlink>
          <a:srgbClr val="954F7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9.xml><?xml version="1.0" encoding="utf-8"?>
<a:theme xmlns:a="http://schemas.openxmlformats.org/drawingml/2006/main" name="9_Office 主题">
  <a:themeElements>
    <a:clrScheme name="9_Office 主题 1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FFFFFF"/>
      </a:accent3>
      <a:accent4>
        <a:srgbClr val="000000"/>
      </a:accent4>
      <a:accent5>
        <a:srgbClr val="B5CBE7"/>
      </a:accent5>
      <a:accent6>
        <a:srgbClr val="D7712B"/>
      </a:accent6>
      <a:hlink>
        <a:srgbClr val="0563C1"/>
      </a:hlink>
      <a:folHlink>
        <a:srgbClr val="954F72"/>
      </a:folHlink>
    </a:clrScheme>
    <a:fontScheme name="9_Office 主题">
      <a:majorFont>
        <a:latin typeface="Calibri Light"/>
        <a:ea typeface="宋体"/>
        <a:cs typeface=""/>
      </a:majorFont>
      <a:minorFont>
        <a:latin typeface="Calibri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alibri" panose="020F050202020403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alibri" panose="020F050202020403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9_Office 主题 1">
        <a:dk1>
          <a:srgbClr val="000000"/>
        </a:dk1>
        <a:lt1>
          <a:srgbClr val="FFFFFF"/>
        </a:lt1>
        <a:dk2>
          <a:srgbClr val="44546A"/>
        </a:dk2>
        <a:lt2>
          <a:srgbClr val="E7E6E6"/>
        </a:lt2>
        <a:accent1>
          <a:srgbClr val="5B9BD5"/>
        </a:accent1>
        <a:accent2>
          <a:srgbClr val="ED7D31"/>
        </a:accent2>
        <a:accent3>
          <a:srgbClr val="FFFFFF"/>
        </a:accent3>
        <a:accent4>
          <a:srgbClr val="000000"/>
        </a:accent4>
        <a:accent5>
          <a:srgbClr val="B5CBE7"/>
        </a:accent5>
        <a:accent6>
          <a:srgbClr val="D7712B"/>
        </a:accent6>
        <a:hlink>
          <a:srgbClr val="0563C1"/>
        </a:hlink>
        <a:folHlink>
          <a:srgbClr val="954F7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0.xml><?xml version="1.0" encoding="utf-8"?>
<a:theme xmlns:a="http://schemas.openxmlformats.org/drawingml/2006/main" name="10_Office 主题">
  <a:themeElements>
    <a:clrScheme name="10_Office 主题 1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FFFFFF"/>
      </a:accent3>
      <a:accent4>
        <a:srgbClr val="000000"/>
      </a:accent4>
      <a:accent5>
        <a:srgbClr val="B5CBE7"/>
      </a:accent5>
      <a:accent6>
        <a:srgbClr val="D7712B"/>
      </a:accent6>
      <a:hlink>
        <a:srgbClr val="0563C1"/>
      </a:hlink>
      <a:folHlink>
        <a:srgbClr val="954F72"/>
      </a:folHlink>
    </a:clrScheme>
    <a:fontScheme name="10_Office 主题">
      <a:majorFont>
        <a:latin typeface="Calibri Light"/>
        <a:ea typeface="宋体"/>
        <a:cs typeface=""/>
      </a:majorFont>
      <a:minorFont>
        <a:latin typeface="Calibri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alibri" panose="020F050202020403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alibri" panose="020F050202020403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10_Office 主题 1">
        <a:dk1>
          <a:srgbClr val="000000"/>
        </a:dk1>
        <a:lt1>
          <a:srgbClr val="FFFFFF"/>
        </a:lt1>
        <a:dk2>
          <a:srgbClr val="44546A"/>
        </a:dk2>
        <a:lt2>
          <a:srgbClr val="E7E6E6"/>
        </a:lt2>
        <a:accent1>
          <a:srgbClr val="5B9BD5"/>
        </a:accent1>
        <a:accent2>
          <a:srgbClr val="ED7D31"/>
        </a:accent2>
        <a:accent3>
          <a:srgbClr val="FFFFFF"/>
        </a:accent3>
        <a:accent4>
          <a:srgbClr val="000000"/>
        </a:accent4>
        <a:accent5>
          <a:srgbClr val="B5CBE7"/>
        </a:accent5>
        <a:accent6>
          <a:srgbClr val="D7712B"/>
        </a:accent6>
        <a:hlink>
          <a:srgbClr val="0563C1"/>
        </a:hlink>
        <a:folHlink>
          <a:srgbClr val="954F7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1.xml><?xml version="1.0" encoding="utf-8"?>
<a:theme xmlns:a="http://schemas.openxmlformats.org/drawingml/2006/main" name="11_Office 主题">
  <a:themeElements>
    <a:clrScheme name="11_Office 主题 1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FFFFFF"/>
      </a:accent3>
      <a:accent4>
        <a:srgbClr val="000000"/>
      </a:accent4>
      <a:accent5>
        <a:srgbClr val="B5CBE7"/>
      </a:accent5>
      <a:accent6>
        <a:srgbClr val="D7712B"/>
      </a:accent6>
      <a:hlink>
        <a:srgbClr val="0563C1"/>
      </a:hlink>
      <a:folHlink>
        <a:srgbClr val="954F72"/>
      </a:folHlink>
    </a:clrScheme>
    <a:fontScheme name="11_Office 主题">
      <a:majorFont>
        <a:latin typeface="Calibri Light"/>
        <a:ea typeface="宋体"/>
        <a:cs typeface=""/>
      </a:majorFont>
      <a:minorFont>
        <a:latin typeface="Calibri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alibri" panose="020F050202020403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alibri" panose="020F050202020403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11_Office 主题 1">
        <a:dk1>
          <a:srgbClr val="000000"/>
        </a:dk1>
        <a:lt1>
          <a:srgbClr val="FFFFFF"/>
        </a:lt1>
        <a:dk2>
          <a:srgbClr val="44546A"/>
        </a:dk2>
        <a:lt2>
          <a:srgbClr val="E7E6E6"/>
        </a:lt2>
        <a:accent1>
          <a:srgbClr val="5B9BD5"/>
        </a:accent1>
        <a:accent2>
          <a:srgbClr val="ED7D31"/>
        </a:accent2>
        <a:accent3>
          <a:srgbClr val="FFFFFF"/>
        </a:accent3>
        <a:accent4>
          <a:srgbClr val="000000"/>
        </a:accent4>
        <a:accent5>
          <a:srgbClr val="B5CBE7"/>
        </a:accent5>
        <a:accent6>
          <a:srgbClr val="D7712B"/>
        </a:accent6>
        <a:hlink>
          <a:srgbClr val="0563C1"/>
        </a:hlink>
        <a:folHlink>
          <a:srgbClr val="954F7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2.xml><?xml version="1.0" encoding="utf-8"?>
<a:theme xmlns:a="http://schemas.openxmlformats.org/drawingml/2006/main" name="12_Office 主题">
  <a:themeElements>
    <a:clrScheme name="12_Office 主题 1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FFFFFF"/>
      </a:accent3>
      <a:accent4>
        <a:srgbClr val="000000"/>
      </a:accent4>
      <a:accent5>
        <a:srgbClr val="B5CBE7"/>
      </a:accent5>
      <a:accent6>
        <a:srgbClr val="D7712B"/>
      </a:accent6>
      <a:hlink>
        <a:srgbClr val="0563C1"/>
      </a:hlink>
      <a:folHlink>
        <a:srgbClr val="954F72"/>
      </a:folHlink>
    </a:clrScheme>
    <a:fontScheme name="12_Office 主题">
      <a:majorFont>
        <a:latin typeface="Calibri Light"/>
        <a:ea typeface="宋体"/>
        <a:cs typeface=""/>
      </a:majorFont>
      <a:minorFont>
        <a:latin typeface="Calibri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alibri" panose="020F050202020403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alibri" panose="020F050202020403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12_Office 主题 1">
        <a:dk1>
          <a:srgbClr val="000000"/>
        </a:dk1>
        <a:lt1>
          <a:srgbClr val="FFFFFF"/>
        </a:lt1>
        <a:dk2>
          <a:srgbClr val="44546A"/>
        </a:dk2>
        <a:lt2>
          <a:srgbClr val="E7E6E6"/>
        </a:lt2>
        <a:accent1>
          <a:srgbClr val="5B9BD5"/>
        </a:accent1>
        <a:accent2>
          <a:srgbClr val="ED7D31"/>
        </a:accent2>
        <a:accent3>
          <a:srgbClr val="FFFFFF"/>
        </a:accent3>
        <a:accent4>
          <a:srgbClr val="000000"/>
        </a:accent4>
        <a:accent5>
          <a:srgbClr val="B5CBE7"/>
        </a:accent5>
        <a:accent6>
          <a:srgbClr val="D7712B"/>
        </a:accent6>
        <a:hlink>
          <a:srgbClr val="0563C1"/>
        </a:hlink>
        <a:folHlink>
          <a:srgbClr val="954F7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3.xml><?xml version="1.0" encoding="utf-8"?>
<a:theme xmlns:a="http://schemas.openxmlformats.org/drawingml/2006/main" name="13_Office 主题">
  <a:themeElements>
    <a:clrScheme name="3_Office 主题 1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FFFFFF"/>
      </a:accent3>
      <a:accent4>
        <a:srgbClr val="000000"/>
      </a:accent4>
      <a:accent5>
        <a:srgbClr val="B5CBE7"/>
      </a:accent5>
      <a:accent6>
        <a:srgbClr val="D7712B"/>
      </a:accent6>
      <a:hlink>
        <a:srgbClr val="0563C1"/>
      </a:hlink>
      <a:folHlink>
        <a:srgbClr val="954F72"/>
      </a:folHlink>
    </a:clrScheme>
    <a:fontScheme name="3_Office 主题">
      <a:majorFont>
        <a:latin typeface="Calibri Light"/>
        <a:ea typeface="宋体"/>
        <a:cs typeface=""/>
      </a:majorFont>
      <a:minorFont>
        <a:latin typeface="Calibri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alibri" panose="020F050202020403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alibri" panose="020F050202020403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3_Office 主题 1">
        <a:dk1>
          <a:srgbClr val="000000"/>
        </a:dk1>
        <a:lt1>
          <a:srgbClr val="FFFFFF"/>
        </a:lt1>
        <a:dk2>
          <a:srgbClr val="44546A"/>
        </a:dk2>
        <a:lt2>
          <a:srgbClr val="E7E6E6"/>
        </a:lt2>
        <a:accent1>
          <a:srgbClr val="5B9BD5"/>
        </a:accent1>
        <a:accent2>
          <a:srgbClr val="ED7D31"/>
        </a:accent2>
        <a:accent3>
          <a:srgbClr val="FFFFFF"/>
        </a:accent3>
        <a:accent4>
          <a:srgbClr val="000000"/>
        </a:accent4>
        <a:accent5>
          <a:srgbClr val="B5CBE7"/>
        </a:accent5>
        <a:accent6>
          <a:srgbClr val="D7712B"/>
        </a:accent6>
        <a:hlink>
          <a:srgbClr val="0563C1"/>
        </a:hlink>
        <a:folHlink>
          <a:srgbClr val="954F7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4.xml><?xml version="1.0" encoding="utf-8"?>
<a:theme xmlns:a="http://schemas.openxmlformats.org/drawingml/2006/main" name="1_Office 主题​​">
  <a:themeElements>
    <a:clrScheme name="">
      <a:dk1>
        <a:srgbClr val="000000"/>
      </a:dk1>
      <a:lt1>
        <a:srgbClr val="FFFFFF"/>
      </a:lt1>
      <a:dk2>
        <a:srgbClr val="CFF3FA"/>
      </a:dk2>
      <a:lt2>
        <a:srgbClr val="FDE7E6"/>
      </a:lt2>
      <a:accent1>
        <a:srgbClr val="5EB6DD"/>
      </a:accent1>
      <a:accent2>
        <a:srgbClr val="5FACEB"/>
      </a:accent2>
      <a:accent3>
        <a:srgbClr val="759EEF"/>
      </a:accent3>
      <a:accent4>
        <a:srgbClr val="9389E8"/>
      </a:accent4>
      <a:accent5>
        <a:srgbClr val="B870D8"/>
      </a:accent5>
      <a:accent6>
        <a:srgbClr val="D54CBA"/>
      </a:accent6>
      <a:hlink>
        <a:srgbClr val="46ABD9"/>
      </a:hlink>
      <a:folHlink>
        <a:srgbClr val="AB69AE"/>
      </a:folHlink>
    </a:clrScheme>
    <a:fontScheme name="商务风">
      <a:majorFont>
        <a:latin typeface="微软雅黑"/>
        <a:ea typeface="汉仪旗黑-85S"/>
        <a:cs typeface=""/>
      </a:majorFont>
      <a:minorFont>
        <a:latin typeface="微软雅黑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5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2262</Words>
  <Application>WPS 演示</Application>
  <PresentationFormat>自定义</PresentationFormat>
  <Paragraphs>121</Paragraphs>
  <Slides>9</Slides>
  <Notes>16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14</vt:i4>
      </vt:variant>
      <vt:variant>
        <vt:lpstr>幻灯片标题</vt:lpstr>
      </vt:variant>
      <vt:variant>
        <vt:i4>9</vt:i4>
      </vt:variant>
    </vt:vector>
  </HeadingPairs>
  <TitlesOfParts>
    <vt:vector size="33" baseType="lpstr">
      <vt:lpstr>Arial</vt:lpstr>
      <vt:lpstr>宋体</vt:lpstr>
      <vt:lpstr>Wingdings</vt:lpstr>
      <vt:lpstr>Calibri</vt:lpstr>
      <vt:lpstr>Calibri Light</vt:lpstr>
      <vt:lpstr>微软雅黑</vt:lpstr>
      <vt:lpstr>Arial Unicode MS</vt:lpstr>
      <vt:lpstr>汉仪旗黑-85S</vt:lpstr>
      <vt:lpstr>黑体</vt:lpstr>
      <vt:lpstr>Wingdings</vt:lpstr>
      <vt:lpstr>1_Office 主题</vt:lpstr>
      <vt:lpstr>2_Office 主题</vt:lpstr>
      <vt:lpstr>3_Office 主题</vt:lpstr>
      <vt:lpstr>4_Office 主题</vt:lpstr>
      <vt:lpstr>5_Office 主题</vt:lpstr>
      <vt:lpstr>6_Office 主题</vt:lpstr>
      <vt:lpstr>7_Office 主题</vt:lpstr>
      <vt:lpstr>8_Office 主题</vt:lpstr>
      <vt:lpstr>9_Office 主题</vt:lpstr>
      <vt:lpstr>10_Office 主题</vt:lpstr>
      <vt:lpstr>11_Office 主题</vt:lpstr>
      <vt:lpstr>12_Office 主题</vt:lpstr>
      <vt:lpstr>13_Office 主题</vt:lpstr>
      <vt:lpstr>1_Office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哎呀小小草</dc:creator>
  <cp:lastModifiedBy>王鸿飞</cp:lastModifiedBy>
  <cp:revision>67</cp:revision>
  <dcterms:created xsi:type="dcterms:W3CDTF">2013-10-15T08:54:00Z</dcterms:created>
  <dcterms:modified xsi:type="dcterms:W3CDTF">2023-10-31T15:43:48Z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2052-12.1.0.15712</vt:lpwstr>
  </property>
  <property fmtid="{D5CDD505-2E9C-101B-9397-08002B2CF9AE}" pid="3" name="ICV">
    <vt:lpwstr>54860F2EE65B4778B4CEB7E917C90BB6_13</vt:lpwstr>
  </property>
</Properties>
</file>
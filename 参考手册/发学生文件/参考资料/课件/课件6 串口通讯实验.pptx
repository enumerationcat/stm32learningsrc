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  <p:sldMasterId id="2147483757" r:id="rId11"/>
    <p:sldMasterId id="2147483769" r:id="rId12"/>
    <p:sldMasterId id="2147483781" r:id="rId13"/>
    <p:sldMasterId id="2147483793" r:id="rId14"/>
    <p:sldMasterId id="2147483805" r:id="rId15"/>
  </p:sldMasterIdLst>
  <p:notesMasterIdLst>
    <p:notesMasterId r:id="rId44"/>
  </p:notesMasterIdLst>
  <p:sldIdLst>
    <p:sldId id="490" r:id="rId16"/>
    <p:sldId id="491" r:id="rId17"/>
    <p:sldId id="492" r:id="rId18"/>
    <p:sldId id="493" r:id="rId19"/>
    <p:sldId id="494" r:id="rId20"/>
    <p:sldId id="495" r:id="rId21"/>
    <p:sldId id="496" r:id="rId22"/>
    <p:sldId id="498" r:id="rId23"/>
    <p:sldId id="500" r:id="rId24"/>
    <p:sldId id="501" r:id="rId25"/>
    <p:sldId id="514" r:id="rId26"/>
    <p:sldId id="524" r:id="rId27"/>
    <p:sldId id="499" r:id="rId28"/>
    <p:sldId id="511" r:id="rId29"/>
    <p:sldId id="503" r:id="rId30"/>
    <p:sldId id="505" r:id="rId31"/>
    <p:sldId id="506" r:id="rId32"/>
    <p:sldId id="507" r:id="rId33"/>
    <p:sldId id="508" r:id="rId34"/>
    <p:sldId id="526" r:id="rId35"/>
    <p:sldId id="504" r:id="rId36"/>
    <p:sldId id="509" r:id="rId37"/>
    <p:sldId id="510" r:id="rId38"/>
    <p:sldId id="536" r:id="rId39"/>
    <p:sldId id="537" r:id="rId40"/>
    <p:sldId id="540" r:id="rId41"/>
    <p:sldId id="538" r:id="rId42"/>
    <p:sldId id="539" r:id="rId43"/>
  </p:sldIdLst>
  <p:sldSz cx="12192000" cy="6858000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4B183"/>
    <a:srgbClr val="FABE00"/>
    <a:srgbClr val="FCFCFC"/>
    <a:srgbClr val="FFC713"/>
    <a:srgbClr val="FFC000"/>
    <a:srgbClr val="F19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88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06" y="120"/>
      </p:cViewPr>
      <p:guideLst>
        <p:guide orient="horz" pos="2188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8" Type="http://schemas.openxmlformats.org/officeDocument/2006/relationships/tags" Target="tags/tag400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notesMaster" Target="notesMasters/notesMaster1.xml"/><Relationship Id="rId43" Type="http://schemas.openxmlformats.org/officeDocument/2006/relationships/slide" Target="slides/slide28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0" Type="http://schemas.openxmlformats.org/officeDocument/2006/relationships/slide" Target="slides/slide2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buFontTx/>
              <a:buChar char="•"/>
              <a:defRPr sz="120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46CE861-5E6D-44DF-810F-C19C52CAA7D7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7082F7-E69A-40F7-8D71-6D96BA5D6BD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811270-4E46-4953-9B07-D71735AFC7BE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4"/>
          <p:cNvSpPr/>
          <p:nvPr>
            <p:custDataLst>
              <p:tags r:id="rId2"/>
            </p:custDataLst>
          </p:nvPr>
        </p:nvSpPr>
        <p:spPr>
          <a:xfrm>
            <a:off x="5392960" y="3624961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flipV="1">
            <a:off x="3644900" y="1195334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9" name="等腰三角形 8"/>
          <p:cNvSpPr/>
          <p:nvPr>
            <p:custDataLst>
              <p:tags r:id="rId4"/>
            </p:custDataLst>
          </p:nvPr>
        </p:nvSpPr>
        <p:spPr>
          <a:xfrm flipV="1">
            <a:off x="3644900" y="1898279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10" name="等腰三角形 9"/>
          <p:cNvSpPr/>
          <p:nvPr>
            <p:custDataLst>
              <p:tags r:id="rId5"/>
            </p:custDataLst>
          </p:nvPr>
        </p:nvSpPr>
        <p:spPr>
          <a:xfrm rot="2315082">
            <a:off x="10343515" y="1211848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6"/>
            </p:custDataLst>
          </p:nvPr>
        </p:nvSpPr>
        <p:spPr>
          <a:xfrm rot="17631882" flipV="1">
            <a:off x="11435715" y="90033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>
            <p:custDataLst>
              <p:tags r:id="rId7"/>
            </p:custDataLst>
          </p:nvPr>
        </p:nvSpPr>
        <p:spPr>
          <a:xfrm flipV="1">
            <a:off x="10091266" y="2199225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>
            <p:custDataLst>
              <p:tags r:id="rId8"/>
            </p:custDataLst>
          </p:nvPr>
        </p:nvSpPr>
        <p:spPr>
          <a:xfrm rot="2315082">
            <a:off x="2841068" y="409126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4" name="等腰三角形 13"/>
          <p:cNvSpPr/>
          <p:nvPr>
            <p:custDataLst>
              <p:tags r:id="rId9"/>
            </p:custDataLst>
          </p:nvPr>
        </p:nvSpPr>
        <p:spPr>
          <a:xfrm rot="2644620">
            <a:off x="624917" y="4983437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/>
          <p:nvPr>
            <p:custDataLst>
              <p:tags r:id="rId10"/>
            </p:custDataLst>
          </p:nvPr>
        </p:nvSpPr>
        <p:spPr>
          <a:xfrm rot="19428006" flipV="1">
            <a:off x="1688015" y="50740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>
            <p:custDataLst>
              <p:tags r:id="rId11"/>
            </p:custDataLst>
          </p:nvPr>
        </p:nvSpPr>
        <p:spPr>
          <a:xfrm rot="17425212" flipV="1">
            <a:off x="1927397" y="43286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2019277" y="2013337"/>
            <a:ext cx="8153446" cy="1474112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5289442" y="3624961"/>
            <a:ext cx="1589823" cy="507111"/>
          </a:xfrm>
        </p:spPr>
        <p:txBody>
          <a:bodyPr lIns="90000" tIns="46800" rIns="90000" bIns="46800" anchor="ctr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9" name="等腰三角形 8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 userDrawn="1"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311672" y="1854199"/>
            <a:ext cx="7568657" cy="28194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</a:endParaRPr>
          </a:p>
        </p:txBody>
      </p:sp>
      <p:sp>
        <p:nvSpPr>
          <p:cNvPr id="10" name="矩形: 圆角 4"/>
          <p:cNvSpPr/>
          <p:nvPr userDrawn="1">
            <p:custDataLst>
              <p:tags r:id="rId7"/>
            </p:custDataLst>
          </p:nvPr>
        </p:nvSpPr>
        <p:spPr>
          <a:xfrm>
            <a:off x="5392960" y="1600644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8"/>
            </p:custDataLst>
          </p:nvPr>
        </p:nvCxnSpPr>
        <p:spPr>
          <a:xfrm>
            <a:off x="5759450" y="3365500"/>
            <a:ext cx="6731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198091" y="3492500"/>
            <a:ext cx="5795818" cy="800102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4" name="等腰三角形 13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6" name="等腰三角形 15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等腰三角形 16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9" name="等腰三角形 8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1" name="等腰三角形 10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等腰三角形 11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marL="5143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9715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4287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8859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3431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261175" y="180644"/>
            <a:ext cx="11740482" cy="6300816"/>
            <a:chOff x="261175" y="180644"/>
            <a:chExt cx="11740482" cy="6300816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 rot="1322092">
              <a:off x="11233066" y="180644"/>
              <a:ext cx="768591" cy="666134"/>
              <a:chOff x="11216987" y="376430"/>
              <a:chExt cx="768591" cy="666134"/>
            </a:xfrm>
          </p:grpSpPr>
          <p:sp>
            <p:nvSpPr>
              <p:cNvPr id="10" name="等腰三角形 9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216987" y="76434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85102" y="3986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009650" y="850900"/>
            <a:ext cx="10172700" cy="51562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2726807" y="2146286"/>
            <a:ext cx="6738386" cy="2565428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9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304800" y="304800"/>
            <a:ext cx="11582400" cy="62484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4"/>
            </p:custDataLst>
          </p:nvPr>
        </p:nvSpPr>
        <p:spPr>
          <a:xfrm rot="2015744" flipV="1">
            <a:off x="11265535" y="597535"/>
            <a:ext cx="322580" cy="27813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2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482346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等腰三角形 17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等腰三角形 15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8" name="等腰三角形 17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等腰三角形 18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" name="等腰三角形 16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9" name="等腰三角形 18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等腰三角形 19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tx2"/>
              </a:gs>
              <a:gs pos="53000">
                <a:schemeClr val="bg2"/>
              </a:gs>
            </a:gsLst>
            <a:lin ang="0" scaled="1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9" name="等腰三角形 18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等腰三角形 21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2315082">
            <a:off x="11583673" y="6292840"/>
            <a:ext cx="409674" cy="35316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8"/>
            </p:custDataLst>
          </p:nvPr>
        </p:nvSpPr>
        <p:spPr>
          <a:xfrm rot="17631882" flipV="1">
            <a:off x="11607142" y="5636809"/>
            <a:ext cx="533400" cy="45982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等腰三角形 13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 flip="none" rotWithShape="1">
            <a:gsLst>
              <a:gs pos="69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1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0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2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3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12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4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2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2.xml"/><Relationship Id="rId8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5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34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5" Type="http://schemas.openxmlformats.org/officeDocument/2006/relationships/theme" Target="../theme/theme14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tags" Target="../tags/tag181.xml"/><Relationship Id="rId20" Type="http://schemas.openxmlformats.org/officeDocument/2006/relationships/tags" Target="../tags/tag180.xml"/><Relationship Id="rId2" Type="http://schemas.openxmlformats.org/officeDocument/2006/relationships/slideLayout" Target="../slideLayouts/slideLayout146.xml"/><Relationship Id="rId19" Type="http://schemas.openxmlformats.org/officeDocument/2006/relationships/tags" Target="../tags/tag179.xml"/><Relationship Id="rId18" Type="http://schemas.openxmlformats.org/officeDocument/2006/relationships/slideLayout" Target="../slideLayouts/slideLayout162.xml"/><Relationship Id="rId17" Type="http://schemas.openxmlformats.org/officeDocument/2006/relationships/slideLayout" Target="../slideLayouts/slideLayout161.xml"/><Relationship Id="rId16" Type="http://schemas.openxmlformats.org/officeDocument/2006/relationships/slideLayout" Target="../slideLayouts/slideLayout160.xml"/><Relationship Id="rId15" Type="http://schemas.openxmlformats.org/officeDocument/2006/relationships/slideLayout" Target="../slideLayouts/slideLayout159.xml"/><Relationship Id="rId14" Type="http://schemas.openxmlformats.org/officeDocument/2006/relationships/slideLayout" Target="../slideLayouts/slideLayout158.xml"/><Relationship Id="rId13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3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5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69AD0ED-3A4B-4A1C-82B1-5D2087A18A7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6AB6CA9-2575-4BFD-B9D9-B47A0187D51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A8B8EEF-5E70-4F1F-98EC-06AB8C2D2B81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12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C02A86C-222E-4182-8C33-0FFA4B6C1F4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147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E41BEF1-A082-4F44-ADC9-98E4CB0B66A9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171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EDAA86A1-5828-4DBC-B5B6-1D6A2050D5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19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AC508DE4-2EE0-4D54-AB59-F00A676B4CC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219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108567C4-88F4-4489-8EAA-E7D19237161C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24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540FD541-D845-401E-ACD4-FA5FBA57DDEF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26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6120BD06-146C-404B-B55E-60CB1C0E1157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8C1688C8-2834-4C64-975B-62C9BA0BF775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>
              <a:buNone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Char char="•"/>
              <a:defRPr noProof="1" dirty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BE4BF844-E7D1-4790-BB2D-3E0C6F8E3C54}" type="slidenum">
              <a:rPr kumimoji="0" lang="zh-CN" altLang="en-US" sz="1800" b="0" i="0" u="none" strike="noStrike" kern="120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2" Type="http://schemas.openxmlformats.org/officeDocument/2006/relationships/slideLayout" Target="../slideLayouts/slideLayout151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3" Type="http://schemas.openxmlformats.org/officeDocument/2006/relationships/slideLayout" Target="../slideLayouts/slideLayout151.xml"/><Relationship Id="rId12" Type="http://schemas.openxmlformats.org/officeDocument/2006/relationships/tags" Target="../tags/tag206.xml"/><Relationship Id="rId11" Type="http://schemas.openxmlformats.org/officeDocument/2006/relationships/image" Target="../media/image2.png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2" Type="http://schemas.openxmlformats.org/officeDocument/2006/relationships/slideLayout" Target="../slideLayouts/slideLayout151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image" Target="../media/image3.jpeg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2" Type="http://schemas.openxmlformats.org/officeDocument/2006/relationships/slideLayout" Target="../slideLayouts/slideLayout151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1" Type="http://schemas.openxmlformats.org/officeDocument/2006/relationships/slideLayout" Target="../slideLayouts/slideLayout151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2" Type="http://schemas.openxmlformats.org/officeDocument/2006/relationships/slideLayout" Target="../slideLayouts/slideLayout151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3" Type="http://schemas.openxmlformats.org/officeDocument/2006/relationships/slideLayout" Target="../slideLayouts/slideLayout151.xml"/><Relationship Id="rId12" Type="http://schemas.openxmlformats.org/officeDocument/2006/relationships/tags" Target="../tags/tag258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24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2" Type="http://schemas.openxmlformats.org/officeDocument/2006/relationships/slideLayout" Target="../slideLayouts/slideLayout151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1" Type="http://schemas.openxmlformats.org/officeDocument/2006/relationships/slideLayout" Target="../slideLayouts/slideLayout151.xml"/><Relationship Id="rId60" Type="http://schemas.openxmlformats.org/officeDocument/2006/relationships/tags" Target="../tags/tag329.xml"/><Relationship Id="rId6" Type="http://schemas.openxmlformats.org/officeDocument/2006/relationships/tags" Target="../tags/tag275.xml"/><Relationship Id="rId59" Type="http://schemas.openxmlformats.org/officeDocument/2006/relationships/tags" Target="../tags/tag328.xml"/><Relationship Id="rId58" Type="http://schemas.openxmlformats.org/officeDocument/2006/relationships/tags" Target="../tags/tag327.xml"/><Relationship Id="rId57" Type="http://schemas.openxmlformats.org/officeDocument/2006/relationships/tags" Target="../tags/tag326.xml"/><Relationship Id="rId56" Type="http://schemas.openxmlformats.org/officeDocument/2006/relationships/tags" Target="../tags/tag325.xml"/><Relationship Id="rId55" Type="http://schemas.openxmlformats.org/officeDocument/2006/relationships/tags" Target="../tags/tag324.xml"/><Relationship Id="rId54" Type="http://schemas.openxmlformats.org/officeDocument/2006/relationships/tags" Target="../tags/tag323.xml"/><Relationship Id="rId53" Type="http://schemas.openxmlformats.org/officeDocument/2006/relationships/tags" Target="../tags/tag322.xml"/><Relationship Id="rId52" Type="http://schemas.openxmlformats.org/officeDocument/2006/relationships/tags" Target="../tags/tag321.xml"/><Relationship Id="rId51" Type="http://schemas.openxmlformats.org/officeDocument/2006/relationships/tags" Target="../tags/tag320.xml"/><Relationship Id="rId50" Type="http://schemas.openxmlformats.org/officeDocument/2006/relationships/tags" Target="../tags/tag319.xml"/><Relationship Id="rId5" Type="http://schemas.openxmlformats.org/officeDocument/2006/relationships/tags" Target="../tags/tag274.xml"/><Relationship Id="rId49" Type="http://schemas.openxmlformats.org/officeDocument/2006/relationships/tags" Target="../tags/tag318.xml"/><Relationship Id="rId48" Type="http://schemas.openxmlformats.org/officeDocument/2006/relationships/tags" Target="../tags/tag317.xml"/><Relationship Id="rId47" Type="http://schemas.openxmlformats.org/officeDocument/2006/relationships/tags" Target="../tags/tag316.xml"/><Relationship Id="rId46" Type="http://schemas.openxmlformats.org/officeDocument/2006/relationships/tags" Target="../tags/tag315.xml"/><Relationship Id="rId45" Type="http://schemas.openxmlformats.org/officeDocument/2006/relationships/tags" Target="../tags/tag314.xml"/><Relationship Id="rId44" Type="http://schemas.openxmlformats.org/officeDocument/2006/relationships/tags" Target="../tags/tag313.xml"/><Relationship Id="rId43" Type="http://schemas.openxmlformats.org/officeDocument/2006/relationships/tags" Target="../tags/tag312.xml"/><Relationship Id="rId42" Type="http://schemas.openxmlformats.org/officeDocument/2006/relationships/tags" Target="../tags/tag311.xml"/><Relationship Id="rId41" Type="http://schemas.openxmlformats.org/officeDocument/2006/relationships/tags" Target="../tags/tag310.xml"/><Relationship Id="rId40" Type="http://schemas.openxmlformats.org/officeDocument/2006/relationships/tags" Target="../tags/tag309.xml"/><Relationship Id="rId4" Type="http://schemas.openxmlformats.org/officeDocument/2006/relationships/tags" Target="../tags/tag273.xml"/><Relationship Id="rId39" Type="http://schemas.openxmlformats.org/officeDocument/2006/relationships/tags" Target="../tags/tag308.xml"/><Relationship Id="rId38" Type="http://schemas.openxmlformats.org/officeDocument/2006/relationships/tags" Target="../tags/tag307.xml"/><Relationship Id="rId37" Type="http://schemas.openxmlformats.org/officeDocument/2006/relationships/tags" Target="../tags/tag306.xml"/><Relationship Id="rId36" Type="http://schemas.openxmlformats.org/officeDocument/2006/relationships/tags" Target="../tags/tag305.xml"/><Relationship Id="rId35" Type="http://schemas.openxmlformats.org/officeDocument/2006/relationships/tags" Target="../tags/tag304.xml"/><Relationship Id="rId34" Type="http://schemas.openxmlformats.org/officeDocument/2006/relationships/tags" Target="../tags/tag303.xml"/><Relationship Id="rId33" Type="http://schemas.openxmlformats.org/officeDocument/2006/relationships/tags" Target="../tags/tag302.xml"/><Relationship Id="rId32" Type="http://schemas.openxmlformats.org/officeDocument/2006/relationships/tags" Target="../tags/tag301.xml"/><Relationship Id="rId31" Type="http://schemas.openxmlformats.org/officeDocument/2006/relationships/tags" Target="../tags/tag300.xml"/><Relationship Id="rId30" Type="http://schemas.openxmlformats.org/officeDocument/2006/relationships/tags" Target="../tags/tag299.xml"/><Relationship Id="rId3" Type="http://schemas.openxmlformats.org/officeDocument/2006/relationships/tags" Target="../tags/tag272.xml"/><Relationship Id="rId29" Type="http://schemas.openxmlformats.org/officeDocument/2006/relationships/tags" Target="../tags/tag298.xml"/><Relationship Id="rId28" Type="http://schemas.openxmlformats.org/officeDocument/2006/relationships/tags" Target="../tags/tag297.xml"/><Relationship Id="rId27" Type="http://schemas.openxmlformats.org/officeDocument/2006/relationships/tags" Target="../tags/tag296.xml"/><Relationship Id="rId26" Type="http://schemas.openxmlformats.org/officeDocument/2006/relationships/tags" Target="../tags/tag295.xml"/><Relationship Id="rId25" Type="http://schemas.openxmlformats.org/officeDocument/2006/relationships/tags" Target="../tags/tag294.xml"/><Relationship Id="rId24" Type="http://schemas.openxmlformats.org/officeDocument/2006/relationships/tags" Target="../tags/tag293.xml"/><Relationship Id="rId23" Type="http://schemas.openxmlformats.org/officeDocument/2006/relationships/tags" Target="../tags/tag292.xml"/><Relationship Id="rId22" Type="http://schemas.openxmlformats.org/officeDocument/2006/relationships/tags" Target="../tags/tag291.xml"/><Relationship Id="rId21" Type="http://schemas.openxmlformats.org/officeDocument/2006/relationships/tags" Target="../tags/tag290.xml"/><Relationship Id="rId20" Type="http://schemas.openxmlformats.org/officeDocument/2006/relationships/tags" Target="../tags/tag289.xml"/><Relationship Id="rId2" Type="http://schemas.openxmlformats.org/officeDocument/2006/relationships/tags" Target="../tags/tag271.xml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tags" Target="../tags/tag28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tags" Target="../tags/tag27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5" Type="http://schemas.openxmlformats.org/officeDocument/2006/relationships/slideLayout" Target="../slideLayouts/slideLayout151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image" Target="../media/image6.png"/><Relationship Id="rId1" Type="http://schemas.openxmlformats.org/officeDocument/2006/relationships/tags" Target="../tags/tag3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tags" Target="../tags/tag348.xml"/><Relationship Id="rId5" Type="http://schemas.openxmlformats.org/officeDocument/2006/relationships/tags" Target="../tags/tag347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1" Type="http://schemas.openxmlformats.org/officeDocument/2006/relationships/slideLayout" Target="../slideLayouts/slideLayout151.xml"/><Relationship Id="rId10" Type="http://schemas.openxmlformats.org/officeDocument/2006/relationships/tags" Target="../tags/tag352.xml"/><Relationship Id="rId1" Type="http://schemas.openxmlformats.org/officeDocument/2006/relationships/tags" Target="../tags/tag34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1.xml"/><Relationship Id="rId3" Type="http://schemas.openxmlformats.org/officeDocument/2006/relationships/image" Target="../media/image7.png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1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1.xml"/><Relationship Id="rId5" Type="http://schemas.openxmlformats.org/officeDocument/2006/relationships/tags" Target="../tags/tag362.xml"/><Relationship Id="rId4" Type="http://schemas.openxmlformats.org/officeDocument/2006/relationships/image" Target="../media/image8.png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tags" Target="../tags/tag359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1.xml"/><Relationship Id="rId5" Type="http://schemas.openxmlformats.org/officeDocument/2006/relationships/tags" Target="../tags/tag366.xml"/><Relationship Id="rId4" Type="http://schemas.openxmlformats.org/officeDocument/2006/relationships/image" Target="../media/image9.png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1.xml"/><Relationship Id="rId5" Type="http://schemas.openxmlformats.org/officeDocument/2006/relationships/tags" Target="../tags/tag370.xml"/><Relationship Id="rId4" Type="http://schemas.openxmlformats.org/officeDocument/2006/relationships/image" Target="../media/image10.png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7" Type="http://schemas.openxmlformats.org/officeDocument/2006/relationships/image" Target="../media/image12.png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image" Target="../media/image11.png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1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tags" Target="../tags/tag382.xml"/><Relationship Id="rId2" Type="http://schemas.openxmlformats.org/officeDocument/2006/relationships/image" Target="../media/image13.jpeg"/><Relationship Id="rId1" Type="http://schemas.openxmlformats.org/officeDocument/2006/relationships/tags" Target="../tags/tag38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1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1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1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1.xml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1.xml"/><Relationship Id="rId4" Type="http://schemas.openxmlformats.org/officeDocument/2006/relationships/tags" Target="../tags/tag399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" Type="http://schemas.openxmlformats.org/officeDocument/2006/relationships/tags" Target="../tags/tag3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74" name="平行四边形 4"/>
          <p:cNvSpPr/>
          <p:nvPr/>
        </p:nvSpPr>
        <p:spPr>
          <a:xfrm>
            <a:off x="1180465" y="2571750"/>
            <a:ext cx="2381250" cy="2000250"/>
          </a:xfrm>
          <a:prstGeom prst="parallelogram">
            <a:avLst>
              <a:gd name="adj" fmla="val 25000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>
            <a:solidFill>
              <a:srgbClr val="F79646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Bodoni MT" panose="02070603080606020203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5865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kumimoji="0" lang="en-US" altLang="zh-CN" sz="5865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串口通信概述</a:t>
            </a:r>
            <a:endParaRPr kumimoji="0" lang="zh-CN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5" name="平行四边形 5"/>
          <p:cNvSpPr/>
          <p:nvPr/>
        </p:nvSpPr>
        <p:spPr>
          <a:xfrm>
            <a:off x="3695065" y="2571750"/>
            <a:ext cx="2381250" cy="2000250"/>
          </a:xfrm>
          <a:prstGeom prst="parallelogram">
            <a:avLst>
              <a:gd name="adj" fmla="val 25000"/>
            </a:avLst>
          </a:prstGeom>
          <a:solidFill>
            <a:schemeClr val="accent3">
              <a:lumMod val="60000"/>
              <a:lumOff val="40000"/>
            </a:schemeClr>
          </a:solidFill>
          <a:ln w="9525" cap="flat" cmpd="sng">
            <a:solidFill>
              <a:srgbClr val="F79646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endParaRPr lang="zh-CN" altLang="zh-CN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odoni MT" panose="02070603080606020203" pitchFamily="18" charset="0"/>
            </a:endParaRPr>
          </a:p>
        </p:txBody>
      </p:sp>
      <p:sp>
        <p:nvSpPr>
          <p:cNvPr id="3076" name="平行四边形 6"/>
          <p:cNvSpPr/>
          <p:nvPr/>
        </p:nvSpPr>
        <p:spPr>
          <a:xfrm>
            <a:off x="6209665" y="2571750"/>
            <a:ext cx="2381250" cy="2000250"/>
          </a:xfrm>
          <a:prstGeom prst="parallelogram">
            <a:avLst>
              <a:gd name="adj" fmla="val 25000"/>
            </a:avLst>
          </a:prstGeom>
          <a:solidFill>
            <a:schemeClr val="accent5">
              <a:lumMod val="60000"/>
              <a:lumOff val="40000"/>
            </a:schemeClr>
          </a:solidFill>
          <a:ln w="9525" cap="flat" cmpd="sng">
            <a:solidFill>
              <a:srgbClr val="F79646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endParaRPr lang="zh-CN" altLang="zh-CN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odoni MT" panose="02070603080606020203" pitchFamily="18" charset="0"/>
            </a:endParaRPr>
          </a:p>
        </p:txBody>
      </p:sp>
      <p:sp>
        <p:nvSpPr>
          <p:cNvPr id="3078" name="TextBox 8"/>
          <p:cNvSpPr/>
          <p:nvPr>
            <p:custDataLst>
              <p:tags r:id="rId5"/>
            </p:custDataLst>
          </p:nvPr>
        </p:nvSpPr>
        <p:spPr>
          <a:xfrm>
            <a:off x="4123850" y="2679700"/>
            <a:ext cx="1524635" cy="1806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Bodoni MT" panose="02070603080606020203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5865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kumimoji="0" lang="en-US" altLang="zh-CN" sz="5865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odoni MT" panose="02070603080606020203" pitchFamily="18" charset="0"/>
              </a:rPr>
              <a:t>STM32F</a:t>
            </a:r>
            <a:endParaRPr kumimoji="0" lang="en-US" altLang="zh-CN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odoni MT" panose="02070603080606020203" pitchFamily="18" charset="0"/>
            </a:endParaRPr>
          </a:p>
          <a:p>
            <a:pPr marL="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odoni MT" panose="02070603080606020203" pitchFamily="18" charset="0"/>
              </a:rPr>
              <a:t>串口</a:t>
            </a:r>
            <a:r>
              <a:rPr kumimoji="0" lang="zh-CN" altLang="en-US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Bodoni MT" panose="02070603080606020203" pitchFamily="18" charset="0"/>
              </a:rPr>
              <a:t>简介</a:t>
            </a: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Bodoni MT" panose="02070603080606020203" pitchFamily="18" charset="0"/>
            </a:endParaRPr>
          </a:p>
        </p:txBody>
      </p:sp>
      <p:sp>
        <p:nvSpPr>
          <p:cNvPr id="3079" name="TextBox 9"/>
          <p:cNvSpPr/>
          <p:nvPr>
            <p:custDataLst>
              <p:tags r:id="rId6"/>
            </p:custDataLst>
          </p:nvPr>
        </p:nvSpPr>
        <p:spPr>
          <a:xfrm>
            <a:off x="6631940" y="2679700"/>
            <a:ext cx="1476375" cy="210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Bodoni MT" panose="02070603080606020203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5865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kumimoji="0" lang="en-US" altLang="zh-CN" sz="5865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串口通信</a:t>
            </a: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过程</a:t>
            </a: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392" name="文本框 8"/>
          <p:cNvSpPr txBox="1"/>
          <p:nvPr>
            <p:custDataLst>
              <p:tags r:id="rId7"/>
            </p:custDataLst>
          </p:nvPr>
        </p:nvSpPr>
        <p:spPr>
          <a:xfrm>
            <a:off x="200025" y="136525"/>
            <a:ext cx="51435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4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4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8" name="TextBox 22"/>
          <p:cNvSpPr txBox="1"/>
          <p:nvPr>
            <p:custDataLst>
              <p:tags r:id="rId8"/>
            </p:custDataLst>
          </p:nvPr>
        </p:nvSpPr>
        <p:spPr>
          <a:xfrm>
            <a:off x="854075" y="136525"/>
            <a:ext cx="577786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4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sz="4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的串口通信系统</a:t>
            </a:r>
            <a:endParaRPr lang="zh-CN" altLang="en-US" sz="4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平行四边形 6"/>
          <p:cNvSpPr/>
          <p:nvPr>
            <p:custDataLst>
              <p:tags r:id="rId9"/>
            </p:custDataLst>
          </p:nvPr>
        </p:nvSpPr>
        <p:spPr>
          <a:xfrm>
            <a:off x="8724265" y="2571750"/>
            <a:ext cx="2381250" cy="2000250"/>
          </a:xfrm>
          <a:prstGeom prst="parallelogram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>
            <a:solidFill>
              <a:srgbClr val="F79646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ctr" anchorCtr="0"/>
          <a:p>
            <a:pPr algn="ctr" eaLnBrk="1" hangingPunct="1"/>
            <a:endParaRPr lang="zh-CN" altLang="zh-CN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Bodoni MT" panose="02070603080606020203" pitchFamily="18" charset="0"/>
            </a:endParaRPr>
          </a:p>
        </p:txBody>
      </p:sp>
      <p:sp>
        <p:nvSpPr>
          <p:cNvPr id="3" name="TextBox 9"/>
          <p:cNvSpPr/>
          <p:nvPr>
            <p:custDataLst>
              <p:tags r:id="rId10"/>
            </p:custDataLst>
          </p:nvPr>
        </p:nvSpPr>
        <p:spPr>
          <a:xfrm>
            <a:off x="9038590" y="2679700"/>
            <a:ext cx="1716405" cy="2101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Bodoni MT" panose="02070603080606020203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Bodoni MT" panose="02070603080606020203" pitchFamily="18" charset="0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5865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kumimoji="0" lang="en-US" altLang="zh-CN" sz="5865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400" b="1" i="0" u="none" strike="noStrike" kern="1200" cap="none" spc="0" normalizeH="0" baseline="0" noProof="1">
                <a:ln>
                  <a:solidFill>
                    <a:sysClr val="windowText" lastClr="000000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串口寄存器和库函数</a:t>
            </a: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1">
              <a:ln>
                <a:solidFill>
                  <a:sysClr val="windowText" lastClr="000000"/>
                </a:solidFill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ldLvl="0" animBg="1"/>
      <p:bldP spid="3075" grpId="0" bldLvl="0" animBg="1"/>
      <p:bldP spid="3076" grpId="0" bldLvl="0" animBg="1"/>
      <p:bldP spid="3078" grpId="0"/>
      <p:bldP spid="3079" grpId="0"/>
      <p:bldP spid="2" grpId="0" bldLvl="0" animBg="1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411" name="文本框 8"/>
          <p:cNvSpPr txBox="1"/>
          <p:nvPr>
            <p:custDataLst>
              <p:tags r:id="rId5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6"/>
            </p:custDataLst>
          </p:nvPr>
        </p:nvSpPr>
        <p:spPr>
          <a:xfrm>
            <a:off x="879475" y="12954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串口通讯概述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1" name="TextBox 1"/>
          <p:cNvSpPr txBox="1"/>
          <p:nvPr>
            <p:custDataLst>
              <p:tags r:id="rId7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2" name="矩形 1"/>
          <p:cNvSpPr/>
          <p:nvPr>
            <p:custDataLst>
              <p:tags r:id="rId8"/>
            </p:custDataLst>
          </p:nvPr>
        </p:nvSpPr>
        <p:spPr>
          <a:xfrm>
            <a:off x="1835150" y="1625600"/>
            <a:ext cx="7704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3" name="TextBox 3"/>
          <p:cNvSpPr txBox="1"/>
          <p:nvPr>
            <p:custDataLst>
              <p:tags r:id="rId9"/>
            </p:custDataLst>
          </p:nvPr>
        </p:nvSpPr>
        <p:spPr>
          <a:xfrm>
            <a:off x="1834833" y="942340"/>
            <a:ext cx="831691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处理器与外部设备通信的两种方式：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4" name="TextBox 1"/>
          <p:cNvSpPr txBox="1"/>
          <p:nvPr>
            <p:custDataLst>
              <p:tags r:id="rId10"/>
            </p:custDataLst>
          </p:nvPr>
        </p:nvSpPr>
        <p:spPr>
          <a:xfrm>
            <a:off x="2266950" y="2560638"/>
            <a:ext cx="4262755" cy="304609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 eaLnBrk="1" hangingPunct="1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并行通信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传输原理：数据各个位同时传输。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优点：速度快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缺点：占用引脚资源多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串行通信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传输原理：数据按位顺序传输。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优点：占用引脚资源少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-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缺点：速度相对较慢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7515" y="1772285"/>
            <a:ext cx="8351520" cy="438086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445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6" name="矩形 1"/>
          <p:cNvSpPr/>
          <p:nvPr>
            <p:custDataLst>
              <p:tags r:id="rId6"/>
            </p:custDataLst>
          </p:nvPr>
        </p:nvSpPr>
        <p:spPr>
          <a:xfrm>
            <a:off x="1463675" y="1689100"/>
            <a:ext cx="77041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7" name="TextBox 3"/>
          <p:cNvSpPr txBox="1"/>
          <p:nvPr>
            <p:custDataLst>
              <p:tags r:id="rId7"/>
            </p:custDataLst>
          </p:nvPr>
        </p:nvSpPr>
        <p:spPr>
          <a:xfrm>
            <a:off x="1463358" y="942340"/>
            <a:ext cx="831691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串行通信：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8" name="TextBox 1"/>
          <p:cNvSpPr txBox="1"/>
          <p:nvPr>
            <p:custDataLst>
              <p:tags r:id="rId8"/>
            </p:custDataLst>
          </p:nvPr>
        </p:nvSpPr>
        <p:spPr>
          <a:xfrm>
            <a:off x="1463675" y="1845310"/>
            <a:ext cx="9984105" cy="45974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按照数据传送方向，分为：</a:t>
            </a:r>
            <a:endParaRPr lang="en-US" altLang="zh-CN" sz="28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  工：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数据传输只支持数据在一个方向上传输。</a:t>
            </a:r>
            <a:endParaRPr lang="zh-CN" altLang="en-US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半双工：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允许数据在两个方向上传输，但是，在某一时刻，只允许数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据在一个方向上传输，它实际上是一种切换方向的单工通信。</a:t>
            </a:r>
            <a:endParaRPr lang="zh-CN" altLang="en-US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全双工：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允许数据同时在两个方向上传输，因此，全双工通信是两个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单工通信方式的结合，它要求发送设备和接收设备都有独立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的接收和发送能力。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8"/>
          <p:cNvSpPr txBox="1"/>
          <p:nvPr>
            <p:custDataLst>
              <p:tags r:id="rId9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2"/>
          <p:cNvSpPr txBox="1"/>
          <p:nvPr>
            <p:custDataLst>
              <p:tags r:id="rId10"/>
            </p:custDataLst>
          </p:nvPr>
        </p:nvSpPr>
        <p:spPr>
          <a:xfrm>
            <a:off x="879475" y="12954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串口通讯概述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469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70" name="矩形 1"/>
          <p:cNvSpPr/>
          <p:nvPr>
            <p:custDataLst>
              <p:tags r:id="rId6"/>
            </p:custDataLst>
          </p:nvPr>
        </p:nvSpPr>
        <p:spPr>
          <a:xfrm>
            <a:off x="1954213" y="1616075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471" name="Picture 2" descr="C:\Documents and Settings\Administrator\桌面\47766303547904839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8775" y="1762125"/>
            <a:ext cx="5815330" cy="4708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72" name="TextBox 2"/>
          <p:cNvSpPr txBox="1"/>
          <p:nvPr>
            <p:custDataLst>
              <p:tags r:id="rId8"/>
            </p:custDataLst>
          </p:nvPr>
        </p:nvSpPr>
        <p:spPr>
          <a:xfrm>
            <a:off x="1954213" y="848995"/>
            <a:ext cx="5783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algn="l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串行通信三种传送方式：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8"/>
          <p:cNvSpPr txBox="1"/>
          <p:nvPr>
            <p:custDataLst>
              <p:tags r:id="rId9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2"/>
          <p:cNvSpPr txBox="1"/>
          <p:nvPr>
            <p:custDataLst>
              <p:tags r:id="rId10"/>
            </p:custDataLst>
          </p:nvPr>
        </p:nvSpPr>
        <p:spPr>
          <a:xfrm>
            <a:off x="879475" y="12954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串口通讯概述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493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4" name="矩形 1"/>
          <p:cNvSpPr/>
          <p:nvPr>
            <p:custDataLst>
              <p:tags r:id="rId6"/>
            </p:custDataLst>
          </p:nvPr>
        </p:nvSpPr>
        <p:spPr>
          <a:xfrm>
            <a:off x="468313" y="1557338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5" name="TextBox 1"/>
          <p:cNvSpPr txBox="1"/>
          <p:nvPr>
            <p:custDataLst>
              <p:tags r:id="rId7"/>
            </p:custDataLst>
          </p:nvPr>
        </p:nvSpPr>
        <p:spPr>
          <a:xfrm>
            <a:off x="1700213" y="1362393"/>
            <a:ext cx="7848600" cy="28238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lvl="1" algn="l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8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按照有无时钟同步信号，可以分为：</a:t>
            </a:r>
            <a:endParaRPr lang="zh-CN" altLang="en-US" sz="28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同步通信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：带时钟同步信号传输。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-SPI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IIC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通信接口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异步通信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：不带时钟同步信号。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800100" lvl="1" indent="-342900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-UART(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通用异步收发器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单总线</a:t>
            </a:r>
            <a:endParaRPr lang="zh-CN" altLang="en-US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411" name="文本框 8"/>
          <p:cNvSpPr txBox="1"/>
          <p:nvPr>
            <p:custDataLst>
              <p:tags r:id="rId8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9"/>
            </p:custDataLst>
          </p:nvPr>
        </p:nvSpPr>
        <p:spPr>
          <a:xfrm>
            <a:off x="879475" y="12954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串口通讯概述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517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8" name="矩形 1"/>
          <p:cNvSpPr/>
          <p:nvPr>
            <p:custDataLst>
              <p:tags r:id="rId6"/>
            </p:custDataLst>
          </p:nvPr>
        </p:nvSpPr>
        <p:spPr>
          <a:xfrm>
            <a:off x="468313" y="1557338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735138" y="1836738"/>
          <a:ext cx="8201025" cy="4014788"/>
        </p:xfrm>
        <a:graphic>
          <a:graphicData uri="http://schemas.openxmlformats.org/drawingml/2006/table">
            <a:tbl>
              <a:tblPr/>
              <a:tblGrid>
                <a:gridCol w="2050415"/>
                <a:gridCol w="3033395"/>
                <a:gridCol w="1722755"/>
                <a:gridCol w="1394460"/>
              </a:tblGrid>
              <a:tr h="7283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通信标准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引脚说明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通信方式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通信方向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914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232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通信、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UART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通用异步收发器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TXD: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发送端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RXD: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接受端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GND: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公共地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异步通信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全双工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  <a:tr h="728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485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通信、单总线（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1-wire)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DQ: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发送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接受端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异步通信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半双工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914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SPI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SCK: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同步时钟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MISO: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主机输入，从机输出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MOSI: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主机输出，从机输入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同步通信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全双工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  <a:tr h="728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I2C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SCL: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同步时钟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SDA: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数据输入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同步通信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半双工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</a:tbl>
          </a:graphicData>
        </a:graphic>
      </p:graphicFrame>
      <p:sp>
        <p:nvSpPr>
          <p:cNvPr id="21551" name="TextBox 1"/>
          <p:cNvSpPr txBox="1"/>
          <p:nvPr>
            <p:custDataLst>
              <p:tags r:id="rId8"/>
            </p:custDataLst>
          </p:nvPr>
        </p:nvSpPr>
        <p:spPr>
          <a:xfrm>
            <a:off x="1735138" y="974090"/>
            <a:ext cx="464756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常见的串行通信接口：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文本框 8"/>
          <p:cNvSpPr txBox="1"/>
          <p:nvPr>
            <p:custDataLst>
              <p:tags r:id="rId9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10"/>
            </p:custDataLst>
          </p:nvPr>
        </p:nvSpPr>
        <p:spPr>
          <a:xfrm>
            <a:off x="879475" y="129540"/>
            <a:ext cx="32194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串口通讯概述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541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2" name="矩形 1"/>
          <p:cNvSpPr/>
          <p:nvPr>
            <p:custDataLst>
              <p:tags r:id="rId6"/>
            </p:custDataLst>
          </p:nvPr>
        </p:nvSpPr>
        <p:spPr>
          <a:xfrm>
            <a:off x="1687513" y="1706563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3" name="TextBox 1"/>
          <p:cNvSpPr txBox="1"/>
          <p:nvPr>
            <p:custDataLst>
              <p:tags r:id="rId7"/>
            </p:custDataLst>
          </p:nvPr>
        </p:nvSpPr>
        <p:spPr>
          <a:xfrm>
            <a:off x="1840865" y="1152525"/>
            <a:ext cx="8509635" cy="2722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的串口通信接口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</a:pPr>
            <a:endParaRPr lang="en-US" altLang="zh-CN" sz="1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UART: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通用异步收发器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USART: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通用同步异步收发器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大容量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STM32F10x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系列芯片，包含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USART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UART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411" name="文本框 8"/>
          <p:cNvSpPr txBox="1"/>
          <p:nvPr>
            <p:custDataLst>
              <p:tags r:id="rId8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9"/>
            </p:custDataLst>
          </p:nvPr>
        </p:nvSpPr>
        <p:spPr>
          <a:xfrm>
            <a:off x="879475" y="129540"/>
            <a:ext cx="3849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69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4538" y="4252913"/>
            <a:ext cx="3238500" cy="187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70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9438" y="4252913"/>
            <a:ext cx="4494212" cy="18732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589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0" name="矩形 1"/>
          <p:cNvSpPr/>
          <p:nvPr>
            <p:custDataLst>
              <p:tags r:id="rId6"/>
            </p:custDataLst>
          </p:nvPr>
        </p:nvSpPr>
        <p:spPr>
          <a:xfrm>
            <a:off x="1773238" y="1803400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1" name="TextBox 1"/>
          <p:cNvSpPr txBox="1"/>
          <p:nvPr>
            <p:custDataLst>
              <p:tags r:id="rId7"/>
            </p:custDataLst>
          </p:nvPr>
        </p:nvSpPr>
        <p:spPr>
          <a:xfrm>
            <a:off x="1412875" y="1106805"/>
            <a:ext cx="78486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异步通信方式引脚：</a:t>
            </a:r>
            <a:endParaRPr lang="zh-CN" altLang="en-US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592" name="TextBox 2"/>
          <p:cNvSpPr txBox="1"/>
          <p:nvPr>
            <p:custDataLst>
              <p:tags r:id="rId8"/>
            </p:custDataLst>
          </p:nvPr>
        </p:nvSpPr>
        <p:spPr>
          <a:xfrm>
            <a:off x="2205038" y="1908175"/>
            <a:ext cx="76327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-RXD:</a:t>
            </a:r>
            <a:r>
              <a:rPr lang="zh-CN" altLang="en-US" sz="20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数据输入引脚。数据接受。</a:t>
            </a:r>
            <a:endParaRPr lang="en-US" altLang="zh-CN" sz="20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-TXD:</a:t>
            </a:r>
            <a:r>
              <a:rPr lang="zh-CN" altLang="en-US" sz="20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数据发送引脚。数据发送。</a:t>
            </a:r>
            <a:endParaRPr lang="zh-CN" altLang="en-US" sz="20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420938" y="3303270"/>
          <a:ext cx="6096000" cy="2233614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3657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串口号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RXD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TXD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PA10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PA9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  <a:tr h="371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371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PB11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PB10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  <a:tr h="371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PC11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PC10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382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PD2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PC12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</a:tbl>
          </a:graphicData>
        </a:graphic>
      </p:graphicFrame>
      <p:sp>
        <p:nvSpPr>
          <p:cNvPr id="17411" name="文本框 8"/>
          <p:cNvSpPr txBox="1"/>
          <p:nvPr>
            <p:custDataLst>
              <p:tags r:id="rId9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10"/>
            </p:custDataLst>
          </p:nvPr>
        </p:nvSpPr>
        <p:spPr>
          <a:xfrm>
            <a:off x="879475" y="129540"/>
            <a:ext cx="3849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等腰三角形 2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637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8" name="矩形 1"/>
          <p:cNvSpPr/>
          <p:nvPr>
            <p:custDataLst>
              <p:tags r:id="rId6"/>
            </p:custDataLst>
          </p:nvPr>
        </p:nvSpPr>
        <p:spPr>
          <a:xfrm>
            <a:off x="1719263" y="1708150"/>
            <a:ext cx="77041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9" name="TextBox 1"/>
          <p:cNvSpPr txBox="1"/>
          <p:nvPr>
            <p:custDataLst>
              <p:tags r:id="rId7"/>
            </p:custDataLst>
          </p:nvPr>
        </p:nvSpPr>
        <p:spPr>
          <a:xfrm>
            <a:off x="1527175" y="1106805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 eaLnBrk="1" hangingPunct="1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串口通信过程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40" name="TextBox 2"/>
          <p:cNvSpPr txBox="1"/>
          <p:nvPr/>
        </p:nvSpPr>
        <p:spPr>
          <a:xfrm>
            <a:off x="4032250" y="2066925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数据接收过程：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1697038" y="2787650"/>
            <a:ext cx="1079500" cy="1223963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MCU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3568700" y="2795588"/>
            <a:ext cx="1081088" cy="121602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输入数据缓冲器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5368925" y="2795588"/>
            <a:ext cx="1081088" cy="121602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串行输入移位寄存器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1"/>
            </p:custDataLst>
          </p:nvPr>
        </p:nvCxnSpPr>
        <p:spPr>
          <a:xfrm>
            <a:off x="6891338" y="3386138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 flipV="1">
            <a:off x="7323138" y="3386138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13"/>
            </p:custDataLst>
          </p:nvPr>
        </p:nvCxnSpPr>
        <p:spPr>
          <a:xfrm>
            <a:off x="7751763" y="3394075"/>
            <a:ext cx="0" cy="43338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4"/>
            </p:custDataLst>
          </p:nvPr>
        </p:nvCxnSpPr>
        <p:spPr>
          <a:xfrm flipV="1">
            <a:off x="8183563" y="3386138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5"/>
            </p:custDataLst>
          </p:nvPr>
        </p:nvCxnSpPr>
        <p:spPr>
          <a:xfrm>
            <a:off x="6891338" y="3819525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16"/>
            </p:custDataLst>
          </p:nvPr>
        </p:nvCxnSpPr>
        <p:spPr>
          <a:xfrm>
            <a:off x="7313613" y="3394075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17"/>
            </p:custDataLst>
          </p:nvPr>
        </p:nvCxnSpPr>
        <p:spPr>
          <a:xfrm>
            <a:off x="8183563" y="3394075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8"/>
            </p:custDataLst>
          </p:nvPr>
        </p:nvCxnSpPr>
        <p:spPr>
          <a:xfrm>
            <a:off x="7751763" y="3810000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19"/>
            </p:custDataLst>
          </p:nvPr>
        </p:nvCxnSpPr>
        <p:spPr>
          <a:xfrm>
            <a:off x="8615363" y="3817938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>
            <p:custDataLst>
              <p:tags r:id="rId20"/>
            </p:custDataLst>
          </p:nvPr>
        </p:nvCxnSpPr>
        <p:spPr>
          <a:xfrm flipV="1">
            <a:off x="8615363" y="3381375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6" name="直接箭头连接符 7175"/>
          <p:cNvCxnSpPr/>
          <p:nvPr>
            <p:custDataLst>
              <p:tags r:id="rId21"/>
            </p:custDataLst>
          </p:nvPr>
        </p:nvCxnSpPr>
        <p:spPr>
          <a:xfrm flipH="1">
            <a:off x="6450013" y="3394075"/>
            <a:ext cx="4318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22"/>
            </p:custDataLst>
          </p:nvPr>
        </p:nvCxnSpPr>
        <p:spPr>
          <a:xfrm flipV="1">
            <a:off x="9042400" y="3381375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8" name="直接箭头连接符 7177"/>
          <p:cNvCxnSpPr/>
          <p:nvPr>
            <p:custDataLst>
              <p:tags r:id="rId23"/>
            </p:custDataLst>
          </p:nvPr>
        </p:nvCxnSpPr>
        <p:spPr>
          <a:xfrm flipH="1">
            <a:off x="4649788" y="3074988"/>
            <a:ext cx="71913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>
            <p:custDataLst>
              <p:tags r:id="rId24"/>
            </p:custDataLst>
          </p:nvPr>
        </p:nvCxnSpPr>
        <p:spPr>
          <a:xfrm flipH="1">
            <a:off x="4649788" y="3227388"/>
            <a:ext cx="71913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25"/>
            </p:custDataLst>
          </p:nvPr>
        </p:nvCxnSpPr>
        <p:spPr>
          <a:xfrm flipH="1">
            <a:off x="4649788" y="3651250"/>
            <a:ext cx="71913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>
            <p:custDataLst>
              <p:tags r:id="rId26"/>
            </p:custDataLst>
          </p:nvPr>
        </p:nvCxnSpPr>
        <p:spPr>
          <a:xfrm flipH="1">
            <a:off x="4649788" y="3795713"/>
            <a:ext cx="71913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9" idx="1"/>
            <a:endCxn id="6" idx="3"/>
          </p:cNvCxnSpPr>
          <p:nvPr>
            <p:custDataLst>
              <p:tags r:id="rId27"/>
            </p:custDataLst>
          </p:nvPr>
        </p:nvCxnSpPr>
        <p:spPr>
          <a:xfrm flipH="1" flipV="1">
            <a:off x="2778125" y="3398838"/>
            <a:ext cx="790575" cy="4763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>
            <p:custDataLst>
              <p:tags r:id="rId28"/>
            </p:custDataLst>
          </p:nvPr>
        </p:nvSpPr>
        <p:spPr>
          <a:xfrm>
            <a:off x="1697038" y="4803775"/>
            <a:ext cx="1079500" cy="1223963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MCU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内核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矩形 58"/>
          <p:cNvSpPr/>
          <p:nvPr>
            <p:custDataLst>
              <p:tags r:id="rId29"/>
            </p:custDataLst>
          </p:nvPr>
        </p:nvSpPr>
        <p:spPr>
          <a:xfrm>
            <a:off x="3517900" y="4803775"/>
            <a:ext cx="1079500" cy="121602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输出数据缓冲器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矩形 59"/>
          <p:cNvSpPr/>
          <p:nvPr>
            <p:custDataLst>
              <p:tags r:id="rId30"/>
            </p:custDataLst>
          </p:nvPr>
        </p:nvSpPr>
        <p:spPr>
          <a:xfrm>
            <a:off x="5348288" y="4811713"/>
            <a:ext cx="1079500" cy="121602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串行输出移位寄存器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185" name="直接箭头连接符 7184"/>
          <p:cNvCxnSpPr>
            <a:stCxn id="58" idx="3"/>
            <a:endCxn id="59" idx="1"/>
          </p:cNvCxnSpPr>
          <p:nvPr>
            <p:custDataLst>
              <p:tags r:id="rId31"/>
            </p:custDataLst>
          </p:nvPr>
        </p:nvCxnSpPr>
        <p:spPr>
          <a:xfrm flipV="1">
            <a:off x="2776538" y="5411788"/>
            <a:ext cx="741363" cy="3175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7" name="直接箭头连接符 7186"/>
          <p:cNvCxnSpPr>
            <a:stCxn id="58" idx="3"/>
            <a:endCxn id="59" idx="1"/>
          </p:cNvCxnSpPr>
          <p:nvPr>
            <p:custDataLst>
              <p:tags r:id="rId32"/>
            </p:custDataLst>
          </p:nvPr>
        </p:nvCxnSpPr>
        <p:spPr>
          <a:xfrm>
            <a:off x="4597400" y="5092700"/>
            <a:ext cx="75088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58" idx="3"/>
            <a:endCxn id="59" idx="1"/>
          </p:cNvCxnSpPr>
          <p:nvPr>
            <p:custDataLst>
              <p:tags r:id="rId33"/>
            </p:custDataLst>
          </p:nvPr>
        </p:nvCxnSpPr>
        <p:spPr>
          <a:xfrm>
            <a:off x="4597400" y="5235575"/>
            <a:ext cx="75088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58" idx="3"/>
            <a:endCxn id="59" idx="1"/>
          </p:cNvCxnSpPr>
          <p:nvPr>
            <p:custDataLst>
              <p:tags r:id="rId34"/>
            </p:custDataLst>
          </p:nvPr>
        </p:nvCxnSpPr>
        <p:spPr>
          <a:xfrm>
            <a:off x="4597400" y="5740400"/>
            <a:ext cx="75088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58" idx="3"/>
            <a:endCxn id="59" idx="1"/>
          </p:cNvCxnSpPr>
          <p:nvPr>
            <p:custDataLst>
              <p:tags r:id="rId35"/>
            </p:custDataLst>
          </p:nvPr>
        </p:nvCxnSpPr>
        <p:spPr>
          <a:xfrm>
            <a:off x="4600575" y="5883275"/>
            <a:ext cx="75088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58" idx="3"/>
            <a:endCxn id="59" idx="1"/>
          </p:cNvCxnSpPr>
          <p:nvPr>
            <p:custDataLst>
              <p:tags r:id="rId36"/>
            </p:custDataLst>
          </p:nvPr>
        </p:nvCxnSpPr>
        <p:spPr>
          <a:xfrm>
            <a:off x="6886575" y="5387975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58" idx="3"/>
            <a:endCxn id="59" idx="1"/>
          </p:cNvCxnSpPr>
          <p:nvPr>
            <p:custDataLst>
              <p:tags r:id="rId37"/>
            </p:custDataLst>
          </p:nvPr>
        </p:nvCxnSpPr>
        <p:spPr>
          <a:xfrm flipV="1">
            <a:off x="7318375" y="5387975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58" idx="3"/>
            <a:endCxn id="59" idx="1"/>
          </p:cNvCxnSpPr>
          <p:nvPr>
            <p:custDataLst>
              <p:tags r:id="rId38"/>
            </p:custDataLst>
          </p:nvPr>
        </p:nvCxnSpPr>
        <p:spPr>
          <a:xfrm>
            <a:off x="7745413" y="5397500"/>
            <a:ext cx="0" cy="431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58" idx="3"/>
            <a:endCxn id="59" idx="1"/>
          </p:cNvCxnSpPr>
          <p:nvPr>
            <p:custDataLst>
              <p:tags r:id="rId39"/>
            </p:custDataLst>
          </p:nvPr>
        </p:nvCxnSpPr>
        <p:spPr>
          <a:xfrm flipV="1">
            <a:off x="8177213" y="5387975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58" idx="3"/>
            <a:endCxn id="59" idx="1"/>
          </p:cNvCxnSpPr>
          <p:nvPr>
            <p:custDataLst>
              <p:tags r:id="rId40"/>
            </p:custDataLst>
          </p:nvPr>
        </p:nvCxnSpPr>
        <p:spPr>
          <a:xfrm>
            <a:off x="6886575" y="5821363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58" idx="3"/>
            <a:endCxn id="59" idx="1"/>
          </p:cNvCxnSpPr>
          <p:nvPr>
            <p:custDataLst>
              <p:tags r:id="rId41"/>
            </p:custDataLst>
          </p:nvPr>
        </p:nvCxnSpPr>
        <p:spPr>
          <a:xfrm>
            <a:off x="7307263" y="5397500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>
            <a:stCxn id="58" idx="3"/>
            <a:endCxn id="59" idx="1"/>
          </p:cNvCxnSpPr>
          <p:nvPr>
            <p:custDataLst>
              <p:tags r:id="rId42"/>
            </p:custDataLst>
          </p:nvPr>
        </p:nvCxnSpPr>
        <p:spPr>
          <a:xfrm>
            <a:off x="8177213" y="5397500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58" idx="3"/>
            <a:endCxn id="59" idx="1"/>
          </p:cNvCxnSpPr>
          <p:nvPr>
            <p:custDataLst>
              <p:tags r:id="rId43"/>
            </p:custDataLst>
          </p:nvPr>
        </p:nvCxnSpPr>
        <p:spPr>
          <a:xfrm>
            <a:off x="7745413" y="5811838"/>
            <a:ext cx="4318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58" idx="3"/>
            <a:endCxn id="59" idx="1"/>
          </p:cNvCxnSpPr>
          <p:nvPr>
            <p:custDataLst>
              <p:tags r:id="rId44"/>
            </p:custDataLst>
          </p:nvPr>
        </p:nvCxnSpPr>
        <p:spPr>
          <a:xfrm>
            <a:off x="8609013" y="5821363"/>
            <a:ext cx="4333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58" idx="3"/>
            <a:endCxn id="59" idx="1"/>
          </p:cNvCxnSpPr>
          <p:nvPr>
            <p:custDataLst>
              <p:tags r:id="rId45"/>
            </p:custDataLst>
          </p:nvPr>
        </p:nvCxnSpPr>
        <p:spPr>
          <a:xfrm flipV="1">
            <a:off x="8609013" y="5384800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58" idx="3"/>
            <a:endCxn id="59" idx="1"/>
          </p:cNvCxnSpPr>
          <p:nvPr>
            <p:custDataLst>
              <p:tags r:id="rId46"/>
            </p:custDataLst>
          </p:nvPr>
        </p:nvCxnSpPr>
        <p:spPr>
          <a:xfrm flipV="1">
            <a:off x="9036050" y="5384800"/>
            <a:ext cx="0" cy="42386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9" name="直接箭头连接符 7188"/>
          <p:cNvCxnSpPr>
            <a:stCxn id="60" idx="3"/>
            <a:endCxn id="59" idx="1"/>
          </p:cNvCxnSpPr>
          <p:nvPr>
            <p:custDataLst>
              <p:tags r:id="rId47"/>
            </p:custDataLst>
          </p:nvPr>
        </p:nvCxnSpPr>
        <p:spPr>
          <a:xfrm flipV="1">
            <a:off x="6427788" y="5411788"/>
            <a:ext cx="458788" cy="7938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60" idx="3"/>
            <a:endCxn id="59" idx="1"/>
          </p:cNvCxnSpPr>
          <p:nvPr>
            <p:custDataLst>
              <p:tags r:id="rId48"/>
            </p:custDataLst>
          </p:nvPr>
        </p:nvCxnSpPr>
        <p:spPr>
          <a:xfrm flipH="1">
            <a:off x="9036050" y="3386138"/>
            <a:ext cx="431800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60" idx="3"/>
            <a:endCxn id="59" idx="1"/>
          </p:cNvCxnSpPr>
          <p:nvPr>
            <p:custDataLst>
              <p:tags r:id="rId49"/>
            </p:custDataLst>
          </p:nvPr>
        </p:nvCxnSpPr>
        <p:spPr>
          <a:xfrm flipV="1">
            <a:off x="9010650" y="5375275"/>
            <a:ext cx="457200" cy="9525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83" name="TextBox 86"/>
          <p:cNvSpPr txBox="1"/>
          <p:nvPr/>
        </p:nvSpPr>
        <p:spPr>
          <a:xfrm>
            <a:off x="4017963" y="4227513"/>
            <a:ext cx="2316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数据发送过程：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84" name="TextBox 7191"/>
          <p:cNvSpPr txBox="1"/>
          <p:nvPr>
            <p:custDataLst>
              <p:tags r:id="rId50"/>
            </p:custDataLst>
          </p:nvPr>
        </p:nvSpPr>
        <p:spPr>
          <a:xfrm>
            <a:off x="6556375" y="2798763"/>
            <a:ext cx="68135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RXD</a:t>
            </a:r>
            <a:endParaRPr lang="en-US" altLang="zh-CN" sz="1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85" name="TextBox 7192"/>
          <p:cNvSpPr txBox="1"/>
          <p:nvPr>
            <p:custDataLst>
              <p:tags r:id="rId51"/>
            </p:custDataLst>
          </p:nvPr>
        </p:nvSpPr>
        <p:spPr>
          <a:xfrm>
            <a:off x="6656388" y="4803775"/>
            <a:ext cx="66103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TXD</a:t>
            </a:r>
            <a:endParaRPr lang="en-US" altLang="zh-CN" sz="1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86" name="TextBox 7193"/>
          <p:cNvSpPr txBox="1"/>
          <p:nvPr>
            <p:custDataLst>
              <p:tags r:id="rId52"/>
            </p:custDataLst>
          </p:nvPr>
        </p:nvSpPr>
        <p:spPr>
          <a:xfrm>
            <a:off x="7667625" y="2809875"/>
            <a:ext cx="1554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串行数据输入</a:t>
            </a:r>
            <a:endParaRPr lang="zh-CN" altLang="en-US" sz="1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87" name="TextBox 7194"/>
          <p:cNvSpPr txBox="1"/>
          <p:nvPr>
            <p:custDataLst>
              <p:tags r:id="rId53"/>
            </p:custDataLst>
          </p:nvPr>
        </p:nvSpPr>
        <p:spPr>
          <a:xfrm>
            <a:off x="7751763" y="4906963"/>
            <a:ext cx="1554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串行数据输出</a:t>
            </a:r>
            <a:endParaRPr lang="zh-CN" altLang="en-US" sz="1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96" name="矩形 7195"/>
          <p:cNvSpPr/>
          <p:nvPr>
            <p:custDataLst>
              <p:tags r:id="rId54"/>
            </p:custDataLst>
          </p:nvPr>
        </p:nvSpPr>
        <p:spPr>
          <a:xfrm>
            <a:off x="9590088" y="2782888"/>
            <a:ext cx="554038" cy="1223963"/>
          </a:xfrm>
          <a:prstGeom prst="rect">
            <a:avLst/>
          </a:prstGeom>
          <a:solidFill>
            <a:schemeClr val="accent3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外部设备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矩形 98"/>
          <p:cNvSpPr/>
          <p:nvPr>
            <p:custDataLst>
              <p:tags r:id="rId55"/>
            </p:custDataLst>
          </p:nvPr>
        </p:nvSpPr>
        <p:spPr>
          <a:xfrm>
            <a:off x="9590088" y="4764088"/>
            <a:ext cx="554038" cy="1223963"/>
          </a:xfrm>
          <a:prstGeom prst="rect">
            <a:avLst/>
          </a:prstGeom>
          <a:solidFill>
            <a:schemeClr val="accent3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外部设备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690" name="TextBox 7196"/>
          <p:cNvSpPr txBox="1"/>
          <p:nvPr>
            <p:custDataLst>
              <p:tags r:id="rId56"/>
            </p:custDataLst>
          </p:nvPr>
        </p:nvSpPr>
        <p:spPr>
          <a:xfrm>
            <a:off x="4858068" y="3249613"/>
            <a:ext cx="490220" cy="3454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91" name="TextBox 100"/>
          <p:cNvSpPr txBox="1"/>
          <p:nvPr>
            <p:custDataLst>
              <p:tags r:id="rId57"/>
            </p:custDataLst>
          </p:nvPr>
        </p:nvSpPr>
        <p:spPr>
          <a:xfrm>
            <a:off x="4819968" y="5276850"/>
            <a:ext cx="490220" cy="34544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8"/>
          <p:cNvSpPr txBox="1"/>
          <p:nvPr>
            <p:custDataLst>
              <p:tags r:id="rId58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59"/>
            </p:custDataLst>
          </p:nvPr>
        </p:nvSpPr>
        <p:spPr>
          <a:xfrm>
            <a:off x="879475" y="129540"/>
            <a:ext cx="3849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通信过程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661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62" name="矩形 1"/>
          <p:cNvSpPr/>
          <p:nvPr>
            <p:custDataLst>
              <p:tags r:id="rId6"/>
            </p:custDataLst>
          </p:nvPr>
        </p:nvSpPr>
        <p:spPr>
          <a:xfrm>
            <a:off x="1655763" y="1689100"/>
            <a:ext cx="770413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63" name="TextBox 1"/>
          <p:cNvSpPr txBox="1"/>
          <p:nvPr>
            <p:custDataLst>
              <p:tags r:id="rId7"/>
            </p:custDataLst>
          </p:nvPr>
        </p:nvSpPr>
        <p:spPr>
          <a:xfrm>
            <a:off x="1582738" y="1106805"/>
            <a:ext cx="777684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 eaLnBrk="1" hangingPunct="1">
              <a:buFont typeface="Wingdings" panose="05000000000000000000" pitchFamily="2" charset="2"/>
              <a:buChar char="u"/>
            </a:pP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串口异步通信需要定义的参数：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664" name="TextBox 2"/>
          <p:cNvSpPr txBox="1"/>
          <p:nvPr>
            <p:custDataLst>
              <p:tags r:id="rId8"/>
            </p:custDataLst>
          </p:nvPr>
        </p:nvSpPr>
        <p:spPr>
          <a:xfrm>
            <a:off x="2159000" y="1927225"/>
            <a:ext cx="511175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起始位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AutoNum type="circleNumDbPlain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数据位（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位或者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位）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奇偶校验位（第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位）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停止位（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1,1.5,2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位）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波特率设置</a:t>
            </a:r>
            <a:endParaRPr lang="zh-CN" altLang="en-US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7665" name="Picture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729740" y="4685665"/>
            <a:ext cx="9509760" cy="156654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27666" name="TextBox 5"/>
          <p:cNvSpPr txBox="1"/>
          <p:nvPr>
            <p:custDataLst>
              <p:tags r:id="rId11"/>
            </p:custDataLst>
          </p:nvPr>
        </p:nvSpPr>
        <p:spPr>
          <a:xfrm>
            <a:off x="1871663" y="3981450"/>
            <a:ext cx="138303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285750" indent="-285750" eaLnBrk="1" hangingPunct="1"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范例：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8"/>
          <p:cNvSpPr txBox="1"/>
          <p:nvPr>
            <p:custDataLst>
              <p:tags r:id="rId12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13"/>
            </p:custDataLst>
          </p:nvPr>
        </p:nvSpPr>
        <p:spPr>
          <a:xfrm>
            <a:off x="879475" y="129540"/>
            <a:ext cx="3849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通信过程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03020" y="1197610"/>
            <a:ext cx="97383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/>
              <a:t>偶校验</a:t>
            </a:r>
            <a:r>
              <a:rPr lang="zh-CN" altLang="en-US" sz="2400"/>
              <a:t>：</a:t>
            </a:r>
            <a:r>
              <a:rPr lang="zh-CN" altLang="en-US" sz="2400">
                <a:sym typeface="+mn-ea"/>
              </a:rPr>
              <a:t>此</a:t>
            </a:r>
            <a:r>
              <a:rPr lang="zh-CN" altLang="en-US" sz="2400"/>
              <a:t>校验位使得一帧中的7或8个LSB数据以及校验位中</a:t>
            </a:r>
            <a:r>
              <a:rPr lang="en-US" altLang="zh-CN" sz="2400">
                <a:sym typeface="+mn-ea"/>
              </a:rPr>
              <a:t>”1”</a:t>
            </a:r>
            <a:r>
              <a:rPr lang="zh-CN" altLang="en-US" sz="2400"/>
              <a:t>的个数为偶数。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/>
              <a:t>例如：数据=00110101，有4个</a:t>
            </a:r>
            <a:r>
              <a:rPr lang="en-US" altLang="zh-CN" sz="2400"/>
              <a:t>”1”</a:t>
            </a:r>
            <a:r>
              <a:rPr lang="zh-CN" altLang="en-US" sz="2400"/>
              <a:t>，如果选择偶校验，校验位将是</a:t>
            </a:r>
            <a:r>
              <a:rPr lang="en-US" altLang="zh-CN" sz="2400"/>
              <a:t>”0”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303020" y="3504565"/>
            <a:ext cx="97383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/>
              <a:t>奇校验</a:t>
            </a:r>
            <a:r>
              <a:rPr lang="zh-CN" altLang="en-US" sz="2400"/>
              <a:t>：此校验位使得一帧中的7或8个LSB数据以及校验位中</a:t>
            </a:r>
            <a:r>
              <a:rPr lang="en-US" altLang="zh-CN" sz="2400">
                <a:sym typeface="+mn-ea"/>
              </a:rPr>
              <a:t>”1”</a:t>
            </a:r>
            <a:r>
              <a:rPr lang="zh-CN" altLang="en-US" sz="2400"/>
              <a:t>的个数为奇数。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/>
              <a:t>例如：数据=00110101，有4个</a:t>
            </a:r>
            <a:r>
              <a:rPr lang="en-US" altLang="zh-CN" sz="2400">
                <a:sym typeface="+mn-ea"/>
              </a:rPr>
              <a:t>”1”</a:t>
            </a:r>
            <a:r>
              <a:rPr lang="zh-CN" altLang="en-US" sz="2400"/>
              <a:t>，如果选择奇校验，校验位将是</a:t>
            </a:r>
            <a:r>
              <a:rPr lang="en-US" altLang="zh-CN" sz="2400">
                <a:sym typeface="+mn-ea"/>
              </a:rPr>
              <a:t>”1”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35685" y="567690"/>
            <a:ext cx="9758045" cy="553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        </a:t>
            </a:r>
            <a:r>
              <a:rPr lang="en-US" altLang="zh-CN" sz="2800"/>
              <a:t> </a:t>
            </a:r>
            <a:r>
              <a:rPr lang="zh-CN" altLang="en-US" sz="2800"/>
              <a:t>一个全双工串口传输协议中，如果波特率是</a:t>
            </a:r>
            <a:r>
              <a:rPr lang="en-US" altLang="zh-CN" sz="2800"/>
              <a:t>115200</a:t>
            </a:r>
            <a:r>
              <a:rPr lang="zh-CN" altLang="en-US" sz="2800"/>
              <a:t>，数据位为</a:t>
            </a:r>
            <a:r>
              <a:rPr lang="en-US" altLang="zh-CN" sz="2800"/>
              <a:t>8</a:t>
            </a:r>
            <a:r>
              <a:rPr lang="zh-CN" altLang="en-US" sz="2800"/>
              <a:t>位，使用偶校验</a:t>
            </a:r>
            <a:r>
              <a:rPr lang="zh-CN" altLang="en-US" sz="2800">
                <a:sym typeface="+mn-ea"/>
              </a:rPr>
              <a:t>，</a:t>
            </a:r>
            <a:r>
              <a:rPr lang="zh-CN" altLang="en-US" sz="2800"/>
              <a:t>停止位为2位，计算最大有效数据传输速率是多少字节/秒（假设传输中没有其他开销）？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A. 1200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B. 9600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C. 11520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D. 10472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613" name="TextBox 1"/>
          <p:cNvSpPr txBox="1"/>
          <p:nvPr>
            <p:custDataLst>
              <p:tags r:id="rId5"/>
            </p:custDataLst>
          </p:nvPr>
        </p:nvSpPr>
        <p:spPr>
          <a:xfrm>
            <a:off x="2014538" y="2000250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4" name="TextBox 1"/>
          <p:cNvSpPr txBox="1"/>
          <p:nvPr>
            <p:custDataLst>
              <p:tags r:id="rId6"/>
            </p:custDataLst>
          </p:nvPr>
        </p:nvSpPr>
        <p:spPr>
          <a:xfrm>
            <a:off x="1511300" y="1184910"/>
            <a:ext cx="78486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00100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UART</a:t>
            </a:r>
            <a:r>
              <a:rPr lang="zh-CN" altLang="en-US" sz="2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异步通信方式特点：</a:t>
            </a:r>
            <a:endParaRPr lang="zh-CN" altLang="en-US" sz="2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615" name="TextBox 2"/>
          <p:cNvSpPr txBox="1"/>
          <p:nvPr>
            <p:custDataLst>
              <p:tags r:id="rId7"/>
            </p:custDataLst>
          </p:nvPr>
        </p:nvSpPr>
        <p:spPr>
          <a:xfrm>
            <a:off x="1954530" y="2120900"/>
            <a:ext cx="907034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全双工异步通信。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分数波特率发生器系统，提供精确的波特率。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-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发送和接受共用的可编程波特率，最高可达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4.5Mbits/s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可编程的数据字长度（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位或者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位）；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可配置的停止位（支持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或者</a:t>
            </a:r>
            <a:r>
              <a:rPr lang="en-US" altLang="zh-CN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位停止位）；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多个带标志的中断源，触发中断。</a:t>
            </a:r>
            <a:endParaRPr lang="zh-CN" altLang="en-US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单独的发送器和接收器使能位。</a:t>
            </a:r>
            <a:endParaRPr lang="en-US" altLang="zh-CN" sz="2400" dirty="0">
              <a:solidFill>
                <a:schemeClr val="dk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411" name="文本框 8"/>
          <p:cNvSpPr txBox="1"/>
          <p:nvPr>
            <p:custDataLst>
              <p:tags r:id="rId8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TextBox 22"/>
          <p:cNvSpPr txBox="1"/>
          <p:nvPr>
            <p:custDataLst>
              <p:tags r:id="rId9"/>
            </p:custDataLst>
          </p:nvPr>
        </p:nvSpPr>
        <p:spPr>
          <a:xfrm>
            <a:off x="879475" y="129540"/>
            <a:ext cx="3849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STM32中文参考手册_V10_5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510" y="0"/>
            <a:ext cx="63030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TextBox 1"/>
          <p:cNvSpPr txBox="1"/>
          <p:nvPr>
            <p:custDataLst>
              <p:tags r:id="rId3"/>
            </p:custDataLst>
          </p:nvPr>
        </p:nvSpPr>
        <p:spPr>
          <a:xfrm>
            <a:off x="1260793" y="1395730"/>
            <a:ext cx="47656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常用的串口相关寄存器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TextBox 2"/>
          <p:cNvSpPr txBox="1"/>
          <p:nvPr>
            <p:custDataLst>
              <p:tags r:id="rId4"/>
            </p:custDataLst>
          </p:nvPr>
        </p:nvSpPr>
        <p:spPr>
          <a:xfrm>
            <a:off x="1934210" y="2145665"/>
            <a:ext cx="7705725" cy="1754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342900" lvl="0" indent="-342900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USART_SR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状态寄存器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USART_DR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数据寄存器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USART_BRR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波特率寄存器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21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55775" y="1041400"/>
            <a:ext cx="8680450" cy="490093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sp>
        <p:nvSpPr>
          <p:cNvPr id="9222" name="TextBox 1"/>
          <p:cNvSpPr txBox="1"/>
          <p:nvPr>
            <p:custDataLst>
              <p:tags r:id="rId5"/>
            </p:custDataLst>
          </p:nvPr>
        </p:nvSpPr>
        <p:spPr>
          <a:xfrm>
            <a:off x="1156018" y="6058535"/>
            <a:ext cx="1018730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FlagStatus USART_GetFlagStatus(USART_TypeDef* USARTx, uint16_t USART_FLAG);</a:t>
            </a:r>
            <a:endParaRPr lang="en-US" altLang="zh-CN" sz="2000" b="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5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1405" y="944245"/>
            <a:ext cx="9749790" cy="486918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sp>
        <p:nvSpPr>
          <p:cNvPr id="10246" name="TextBox 2"/>
          <p:cNvSpPr txBox="1"/>
          <p:nvPr>
            <p:custDataLst>
              <p:tags r:id="rId5"/>
            </p:custDataLst>
          </p:nvPr>
        </p:nvSpPr>
        <p:spPr>
          <a:xfrm>
            <a:off x="2184718" y="5813425"/>
            <a:ext cx="7822565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USART_SendData(USART_TypeDef* USARTx, uint16_t Data);</a:t>
            </a:r>
            <a:endParaRPr lang="en-US" altLang="zh-CN" sz="2000" b="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uint16_t USART_ReceiveData(USART_TypeDef* USARTx);</a:t>
            </a:r>
            <a:endParaRPr lang="en-US" altLang="zh-CN" sz="2000" b="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9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96670" y="1015365"/>
            <a:ext cx="10302875" cy="435229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sp>
        <p:nvSpPr>
          <p:cNvPr id="11270" name="TextBox 2"/>
          <p:cNvSpPr txBox="1"/>
          <p:nvPr>
            <p:custDataLst>
              <p:tags r:id="rId5"/>
            </p:custDataLst>
          </p:nvPr>
        </p:nvSpPr>
        <p:spPr>
          <a:xfrm>
            <a:off x="1198245" y="5695633"/>
            <a:ext cx="996696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USART_Init(USART_TypeDef* USARTx, USART_InitTypeDef* USART_InitStruct);</a:t>
            </a:r>
            <a:endParaRPr lang="en-US" altLang="zh-CN" sz="2000" b="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43990" y="1518285"/>
            <a:ext cx="8640445" cy="26314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4" name="TextBox 1"/>
          <p:cNvSpPr txBox="1"/>
          <p:nvPr>
            <p:custDataLst>
              <p:tags r:id="rId5"/>
            </p:custDataLst>
          </p:nvPr>
        </p:nvSpPr>
        <p:spPr>
          <a:xfrm>
            <a:off x="901383" y="994410"/>
            <a:ext cx="31702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波特率计算方法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295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43990" y="4149725"/>
            <a:ext cx="8640445" cy="26346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35685" y="567690"/>
            <a:ext cx="9758045" cy="553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        </a:t>
            </a:r>
            <a:r>
              <a:rPr lang="en-US" altLang="zh-CN" sz="2800"/>
              <a:t> </a:t>
            </a:r>
            <a:r>
              <a:rPr sz="2800"/>
              <a:t>在STM32F103系列微控制器中，若APB1时钟（PCLK1）设为36MHz，USART2的波特率要设置为115200，USART2的波特率寄存器（BRR）的值应该是多少？</a:t>
            </a:r>
            <a:endParaRPr sz="28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A. 0x1D4C</a:t>
            </a:r>
            <a:endParaRPr lang="en-US" altLang="zh-CN" sz="32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B. 0x0D4C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C. 0x1388</a:t>
            </a:r>
            <a:endParaRPr lang="en-US" altLang="zh-CN" sz="2400"/>
          </a:p>
          <a:p>
            <a:pPr>
              <a:lnSpc>
                <a:spcPct val="150000"/>
              </a:lnSpc>
            </a:pPr>
            <a:r>
              <a:rPr lang="en-US" altLang="zh-CN" sz="2400"/>
              <a:t>               </a:t>
            </a:r>
            <a:r>
              <a:rPr lang="en-US" altLang="zh-CN" sz="3200"/>
              <a:t>D. 0x0138</a:t>
            </a:r>
            <a:endParaRPr lang="zh-CN" altLang="en-US" sz="2400"/>
          </a:p>
          <a:p>
            <a:pPr>
              <a:lnSpc>
                <a:spcPct val="15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6" name="矩形 1"/>
          <p:cNvSpPr/>
          <p:nvPr>
            <p:custDataLst>
              <p:tags r:id="rId3"/>
            </p:custDataLst>
          </p:nvPr>
        </p:nvSpPr>
        <p:spPr>
          <a:xfrm>
            <a:off x="1081088" y="100488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TextBox 1"/>
          <p:cNvSpPr txBox="1"/>
          <p:nvPr>
            <p:custDataLst>
              <p:tags r:id="rId4"/>
            </p:custDataLst>
          </p:nvPr>
        </p:nvSpPr>
        <p:spPr>
          <a:xfrm>
            <a:off x="1081088" y="1004888"/>
            <a:ext cx="71389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457200" lvl="0" indent="-4572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串口操作相关库函数（省略入口参数）：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8" name="TextBox 3"/>
          <p:cNvSpPr txBox="1"/>
          <p:nvPr>
            <p:custDataLst>
              <p:tags r:id="rId5"/>
            </p:custDataLst>
          </p:nvPr>
        </p:nvSpPr>
        <p:spPr>
          <a:xfrm>
            <a:off x="1365250" y="1589405"/>
            <a:ext cx="1008824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USART_Init()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串口初始化：波特率，数据字长，奇偶校验，硬件流控以及收发使能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USART_Cmd()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使能串口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USART_ITConfig()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使能相关中断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i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USART_SendData()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发送数据到串口，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DR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uint16_t USART_ReceiveData()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接受数据，从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读取接受到的数据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0" i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FlagStatus USART_GetFlagStatus()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获取状态标志位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USART_ClearFlag()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清除状态标志位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ITStatus USART_GetITStatus()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获取中断状态标志位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USART_ClearITPendingBit()</a:t>
            </a:r>
            <a:r>
              <a:rPr lang="en-US" altLang="zh-CN" sz="2400" b="0" i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;//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清除中断状态标志位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43" name="Picture 3" descr="C:\Users\ALIENTEK\Desktop\开发板图片\战舰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27400" y="2099945"/>
            <a:ext cx="5815965" cy="4605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8"/>
          <p:cNvSpPr txBox="1"/>
          <p:nvPr>
            <p:custDataLst>
              <p:tags r:id="rId3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4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41" name="TextBox 1"/>
          <p:cNvSpPr txBox="1"/>
          <p:nvPr>
            <p:custDataLst>
              <p:tags r:id="rId5"/>
            </p:custDataLst>
          </p:nvPr>
        </p:nvSpPr>
        <p:spPr>
          <a:xfrm>
            <a:off x="1248728" y="996315"/>
            <a:ext cx="19812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285750" lvl="0" indent="-28575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硬件连接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TextBox 2"/>
          <p:cNvSpPr txBox="1"/>
          <p:nvPr>
            <p:custDataLst>
              <p:tags r:id="rId6"/>
            </p:custDataLst>
          </p:nvPr>
        </p:nvSpPr>
        <p:spPr>
          <a:xfrm>
            <a:off x="1634490" y="1505903"/>
            <a:ext cx="7848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PA9,PA10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（串口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）连接到了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USB</a:t>
            </a:r>
            <a:r>
              <a:rPr lang="zh-CN" altLang="en-US" sz="2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串口电路。</a:t>
            </a:r>
            <a:endParaRPr lang="zh-CN" altLang="en-US" sz="2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串口寄存器和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库函数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5" name="TextBox 1"/>
          <p:cNvSpPr txBox="1"/>
          <p:nvPr>
            <p:custDataLst>
              <p:tags r:id="rId3"/>
            </p:custDataLst>
          </p:nvPr>
        </p:nvSpPr>
        <p:spPr>
          <a:xfrm>
            <a:off x="879158" y="774383"/>
            <a:ext cx="37687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285750" lvl="0" indent="-28575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串口配置的一般步骤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TextBox 2"/>
          <p:cNvSpPr txBox="1"/>
          <p:nvPr>
            <p:custDataLst>
              <p:tags r:id="rId4"/>
            </p:custDataLst>
          </p:nvPr>
        </p:nvSpPr>
        <p:spPr>
          <a:xfrm>
            <a:off x="1081405" y="1298575"/>
            <a:ext cx="10290175" cy="543750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ClrTx/>
              <a:buFontTx/>
              <a:buAutoNum type="circleNumDbPlain"/>
            </a:pP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串口时钟使能，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时钟使能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RCC_APB2PeriphClockCmd();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AutoNum type="circleNumDbPlain"/>
            </a:pP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串口复位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USART_DeInit(); 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这一步不是必须的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AutoNum type="circleNumDbPlai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端口模式设置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GPIO_Init(); 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模式设置为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GPIO_Mode_AF_PP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AutoNum type="circleNumDbPlain"/>
            </a:pP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串口参数初始化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USART_Init();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AutoNum type="circleNumDbPlain"/>
            </a:pP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开启中断并且初始化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NVIC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（如果需要开启中断才需要这个步骤）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NVIC_Init();</a:t>
            </a:r>
            <a:endParaRPr lang="en-US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USART_ITConfig();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使能串口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USART_Cmd();</a:t>
            </a:r>
            <a:endParaRPr lang="zh-CN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</a:t>
            </a:r>
            <a:r>
              <a:rPr lang="zh-CN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编写中断处理函数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USARTx_IRQHandler();</a:t>
            </a:r>
            <a:endParaRPr lang="en-US" altLang="zh-CN" sz="2400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⑧串口数据收发：</a:t>
            </a:r>
            <a:endParaRPr lang="zh-CN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USART_SendData();//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发送数据到串口，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DR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uint16_t USART_ReceiveData();//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接受数据，从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DR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读取接受到的数据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⑨串口传输状态获取：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FlagStatus USART_GetFlagStatus(USART_TypeDef* USARTx, uint16_t USART_FLAG);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lvl="0" indent="-3429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USART_ClearITPendingBit(USART_TypeDef* USARTx, uint16_t USART_IT);</a:t>
            </a:r>
            <a:endParaRPr lang="en-US" altLang="zh-CN" sz="1800" b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USART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相关文件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4" name="TextBox 2"/>
          <p:cNvSpPr txBox="1"/>
          <p:nvPr/>
        </p:nvSpPr>
        <p:spPr>
          <a:xfrm>
            <a:off x="1081405" y="1013460"/>
            <a:ext cx="1916113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ClrTx/>
              <a:buFontTx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Printf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支持：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9475" y="1656080"/>
            <a:ext cx="464883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加入以下代码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支持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printf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函数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endParaRPr lang="en-US" altLang="zh-CN" noProof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而不需要选择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use MicroLIB	 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#if 1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#pragma import(__use_no_semihosting)            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标准库需要的支持函数                 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struct __FILE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{ int handle;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};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FILE __stdout;      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定义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_sys_exit()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以避免使用半主机模式    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_sys_exit(int x)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{ x = x; }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61025" y="1656080"/>
            <a:ext cx="631825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重定义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fputc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函数 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 fputc(int ch, FILE *f)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{     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    while((USART1-&gt;SR&amp;0X40)==0);//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循环发送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直到发送完毕   </a:t>
            </a:r>
            <a:endParaRPr kumimoji="0" lang="zh-CN" altLang="en-US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USART1-&gt;DR = (u8) ch;      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   return ch;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}</a:t>
            </a:r>
            <a:endParaRPr kumimoji="0" lang="en-US" altLang="zh-CN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#endif 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8"/>
          <p:cNvSpPr txBox="1"/>
          <p:nvPr>
            <p:custDataLst>
              <p:tags r:id="rId1"/>
            </p:custDataLst>
          </p:nvPr>
        </p:nvSpPr>
        <p:spPr>
          <a:xfrm>
            <a:off x="189230" y="129540"/>
            <a:ext cx="8921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22"/>
          <p:cNvSpPr txBox="1"/>
          <p:nvPr>
            <p:custDataLst>
              <p:tags r:id="rId2"/>
            </p:custDataLst>
          </p:nvPr>
        </p:nvSpPr>
        <p:spPr>
          <a:xfrm>
            <a:off x="879475" y="129540"/>
            <a:ext cx="4371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USART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相关文件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8" name="矩形 1"/>
          <p:cNvSpPr/>
          <p:nvPr/>
        </p:nvSpPr>
        <p:spPr>
          <a:xfrm>
            <a:off x="1775143" y="1368108"/>
            <a:ext cx="7704137" cy="584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ClrTx/>
              <a:buFontTx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133918" y="3671570"/>
          <a:ext cx="7345363" cy="1444626"/>
        </p:xfrm>
        <a:graphic>
          <a:graphicData uri="http://schemas.openxmlformats.org/drawingml/2006/table">
            <a:tbl>
              <a:tblPr/>
              <a:tblGrid>
                <a:gridCol w="1656295"/>
                <a:gridCol w="2304411"/>
                <a:gridCol w="3384656"/>
              </a:tblGrid>
              <a:tr h="304800">
                <a:tc gridSpan="3">
                  <a:txBody>
                    <a:bodyPr/>
                    <a:lstStyle/>
                    <a:p>
                      <a:pPr marL="26670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USART_RX_STA</a:t>
                      </a:r>
                      <a:endParaRPr kumimoji="0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455613">
                <a:tc>
                  <a:txBody>
                    <a:bodyPr/>
                    <a:lstStyle/>
                    <a:p>
                      <a:pPr marL="26670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bit15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bit14</a:t>
                      </a:r>
                      <a:endParaRPr kumimoji="0" lang="zh-CN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bit13~0</a:t>
                      </a:r>
                      <a:endParaRPr kumimoji="0" lang="zh-CN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  <a:tr h="684213">
                <a:tc>
                  <a:txBody>
                    <a:bodyPr/>
                    <a:lstStyle/>
                    <a:p>
                      <a:pPr marL="266700" marR="0" lvl="0" indent="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接收完成标志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127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接收到</a:t>
                      </a:r>
                      <a:r>
                        <a:rPr kumimoji="0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0X0D</a:t>
                      </a: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标志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1270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接收到的有效数据个数</a:t>
                      </a:r>
                      <a:endParaRPr kumimoji="0" 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5" marR="68585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0EE"/>
                    </a:solidFill>
                  </a:tcPr>
                </a:tc>
              </a:tr>
            </a:tbl>
          </a:graphicData>
        </a:graphic>
      </p:graphicFrame>
      <p:sp>
        <p:nvSpPr>
          <p:cNvPr id="14356" name="TextBox 2"/>
          <p:cNvSpPr txBox="1"/>
          <p:nvPr/>
        </p:nvSpPr>
        <p:spPr>
          <a:xfrm>
            <a:off x="2038033" y="5349875"/>
            <a:ext cx="7726362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buClrTx/>
              <a:buFont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程序要求，发送的字符是以回车换行结束（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0x0D,0x0A)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4235" y="1251585"/>
            <a:ext cx="734504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#define USART_REC_LEN   200  	//</a:t>
            </a:r>
            <a:r>
              <a:rPr lang="zh-CN" altLang="en-US" b="1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定义最大接收字节数 </a:t>
            </a:r>
            <a:r>
              <a:rPr lang="en-US" altLang="zh-CN" b="1" noProof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200</a:t>
            </a:r>
            <a:endParaRPr kumimoji="0" lang="en-US" altLang="zh-CN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u8  USART_RX_BUF[USART_REC_LEN];</a:t>
            </a:r>
            <a:endParaRPr kumimoji="0" lang="en-US" altLang="zh-CN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             //</a:t>
            </a:r>
            <a:r>
              <a:rPr lang="zh-CN" altLang="en-US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接收缓冲</a:t>
            </a:r>
            <a:r>
              <a:rPr lang="en-US" altLang="zh-CN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zh-CN" altLang="en-US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最大</a:t>
            </a:r>
            <a:r>
              <a:rPr lang="en-US" altLang="zh-CN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USART_REC_LEN</a:t>
            </a:r>
            <a:r>
              <a:rPr lang="zh-CN" altLang="en-US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个字节</a:t>
            </a:r>
            <a:r>
              <a:rPr lang="en-US" altLang="zh-CN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.</a:t>
            </a:r>
            <a:r>
              <a:rPr lang="zh-CN" altLang="en-US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末字节为换行符</a:t>
            </a:r>
            <a:endParaRPr kumimoji="0" lang="en-US" altLang="zh-CN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b="1" noProof="0" smtClean="0">
                <a:ln>
                  <a:noFill/>
                </a:ln>
                <a:solidFill>
                  <a:srgbClr val="0A0AFF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u16 USART_RX_STA;         		//</a:t>
            </a:r>
            <a:r>
              <a:rPr lang="zh-CN" altLang="en-US" b="1" noProof="0" smtClean="0">
                <a:ln>
                  <a:noFill/>
                </a:ln>
                <a:solidFill>
                  <a:srgbClr val="0A0AFF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接收状态标记	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558290" y="1731010"/>
          <a:ext cx="8725535" cy="852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505"/>
                <a:gridCol w="1246505"/>
                <a:gridCol w="1246505"/>
                <a:gridCol w="1246505"/>
                <a:gridCol w="1246505"/>
                <a:gridCol w="1246505"/>
                <a:gridCol w="1246505"/>
              </a:tblGrid>
              <a:tr h="4260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起始帧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字长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数据帧1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数据帧2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数据帧3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校验帧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结束帧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0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</a:t>
                      </a: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AA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0xAA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0x03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0xNN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0xCC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0xCC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62" name="TextBox 3"/>
          <p:cNvSpPr txBox="1"/>
          <p:nvPr>
            <p:custDataLst>
              <p:tags r:id="rId2"/>
            </p:custDataLst>
          </p:nvPr>
        </p:nvSpPr>
        <p:spPr>
          <a:xfrm>
            <a:off x="3333115" y="4037965"/>
            <a:ext cx="46951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ABCDEFGHI…….(0x0D),(0x0A)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4855" y="880745"/>
            <a:ext cx="1091438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2800"/>
              <a:t>         </a:t>
            </a:r>
            <a:r>
              <a:rPr sz="2800"/>
              <a:t>如果你需要通过串口发送一个大于255的数值</a:t>
            </a:r>
            <a:r>
              <a:rPr lang="zh-CN" sz="2800"/>
              <a:t>（</a:t>
            </a:r>
            <a:r>
              <a:rPr lang="en-US" altLang="zh-CN" sz="2800"/>
              <a:t>16</a:t>
            </a:r>
            <a:r>
              <a:rPr lang="zh-CN" altLang="en-US" sz="2800"/>
              <a:t>位</a:t>
            </a:r>
            <a:r>
              <a:rPr lang="zh-CN" sz="2800"/>
              <a:t>）</a:t>
            </a:r>
            <a:r>
              <a:rPr sz="2800"/>
              <a:t>，你会如何选择数据格式？并如何通过STM32的串口函数进行发送？</a:t>
            </a:r>
            <a:endParaRPr sz="2800"/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sz="2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800"/>
              <a:t>A. 将数值拆分为两个字节，使用USART_SendData函数</a:t>
            </a:r>
            <a:r>
              <a:rPr lang="zh-CN" sz="2800"/>
              <a:t>发送</a:t>
            </a:r>
            <a:r>
              <a:rPr sz="2800"/>
              <a:t>两次</a:t>
            </a:r>
            <a:endParaRPr sz="2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800"/>
              <a:t>B. 将数值转换为16位的字符格式，使用USART_SendData函数</a:t>
            </a:r>
            <a:r>
              <a:rPr sz="2800">
                <a:sym typeface="+mn-ea"/>
              </a:rPr>
              <a:t>发送</a:t>
            </a:r>
            <a:r>
              <a:rPr sz="2800"/>
              <a:t>一次</a:t>
            </a:r>
            <a:endParaRPr sz="2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800"/>
              <a:t>C. 将数值转换为字符串格式，使用</a:t>
            </a:r>
            <a:r>
              <a:rPr sz="2800">
                <a:sym typeface="+mn-ea"/>
              </a:rPr>
              <a:t>USART_SendData</a:t>
            </a:r>
            <a:r>
              <a:rPr sz="2800"/>
              <a:t>函数连续发送</a:t>
            </a:r>
            <a:endParaRPr sz="2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800"/>
              <a:t>D. 以上的方法都可以</a:t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24305" y="715645"/>
            <a:ext cx="886015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en-US" sz="2800"/>
              <a:t>       </a:t>
            </a:r>
            <a:r>
              <a:rPr lang="zh-CN" sz="2800"/>
              <a:t>以下哪种自定义的串口通信协议是不可以使用的</a:t>
            </a:r>
            <a:r>
              <a:rPr sz="2800"/>
              <a:t>？</a:t>
            </a: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sz="2800"/>
              <a:t>A. </a:t>
            </a: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sz="2800"/>
              <a:t>B. </a:t>
            </a: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sz="2800"/>
              <a:t>C. </a:t>
            </a: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endParaRPr sz="2800"/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sz="2800"/>
              <a:t>D. </a:t>
            </a:r>
            <a:endParaRPr sz="28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096770" y="1492250"/>
          <a:ext cx="7760970" cy="852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495"/>
                <a:gridCol w="1293495"/>
                <a:gridCol w="1293495"/>
                <a:gridCol w="1293495"/>
                <a:gridCol w="1293495"/>
                <a:gridCol w="1293495"/>
              </a:tblGrid>
              <a:tr h="4260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起始帧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数据帧1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数据帧2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数据帧3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校验帧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结束帧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0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0x00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0x00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0xNN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0xFF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0xFF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096770" y="2752090"/>
          <a:ext cx="52070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/>
                <a:gridCol w="1301750"/>
                <a:gridCol w="1301750"/>
                <a:gridCol w="1301750"/>
              </a:tblGrid>
              <a:tr h="434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数据帧1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数据帧2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数据帧3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结束帧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0xAC 0xBD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2096770" y="4029075"/>
          <a:ext cx="6505575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115"/>
                <a:gridCol w="1301115"/>
                <a:gridCol w="1301115"/>
                <a:gridCol w="1301115"/>
                <a:gridCol w="1301115"/>
              </a:tblGrid>
              <a:tr h="434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起始帧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数据帧1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数据帧2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数据帧3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结束帧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3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0x39 0x4D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0x39 0x4E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2096770" y="5271135"/>
          <a:ext cx="7913370" cy="86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895"/>
                <a:gridCol w="1318895"/>
                <a:gridCol w="1318895"/>
                <a:gridCol w="1318895"/>
                <a:gridCol w="1318895"/>
                <a:gridCol w="1318895"/>
              </a:tblGrid>
              <a:tr h="434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起始帧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字长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数据帧1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数据帧2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数据帧3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校验帧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4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0xAA 0xAA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0x03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0xXX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0xNN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6.xml><?xml version="1.0" encoding="utf-8"?>
<p:tagLst xmlns:p="http://schemas.openxmlformats.org/presentationml/2006/main">
  <p:tag name="KSO_WM_SLIDE_BACKGROUND_TYPE" val="general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3.xml><?xml version="1.0" encoding="utf-8"?>
<p:tagLst xmlns:p="http://schemas.openxmlformats.org/presentationml/2006/main">
  <p:tag name="KSO_WM_SLIDE_BACKGROUND_TYPE" val="leftRight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4.xml><?xml version="1.0" encoding="utf-8"?>
<p:tagLst xmlns:p="http://schemas.openxmlformats.org/presentationml/2006/main">
  <p:tag name="KSO_WM_SLIDE_BACKGROUND_TYPE" val="topBot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5.xml><?xml version="1.0" encoding="utf-8"?>
<p:tagLst xmlns:p="http://schemas.openxmlformats.org/presentationml/2006/main">
  <p:tag name="KSO_WM_SLIDE_BACKGROUND_TYPE" val="bottomTop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p="http://schemas.openxmlformats.org/presentationml/2006/main">
  <p:tag name="KSO_WM_SLIDE_BACKGROUND_TYPE" val="navigation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p="http://schemas.openxmlformats.org/presentationml/2006/main">
  <p:tag name="KSO_WM_SLIDE_BACKGROUND_TYPE" val="belt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4520_1"/>
  <p:tag name="KSO_WM_TEMPLATE_CATEGORY" val="custom"/>
  <p:tag name="KSO_WM_TEMPLATE_INDEX" val="20184862"/>
  <p:tag name="KSO_WM_TEMPLATE_SUBCATEGORY" val="0"/>
  <p:tag name="KSO_WM_TEMPLATE_THUMBS_INDEX" val="1、6、7、8、10、22、30"/>
  <p:tag name="KSO_WM_UNIT_SHOW_EDIT_AREA_INDICATION" val="0"/>
  <p:tag name="KSO_WM_TEMPLATE_MASTER_TYPE" val="1"/>
  <p:tag name="KSO_WM_TEMPLATE_COLOR_TYPE" val="0"/>
  <p:tag name="KSO_WM_TEMPLATE_MASTER_THUMB_INDEX" val="1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6.xml><?xml version="1.0" encoding="utf-8"?>
<p:tagLst xmlns:p="http://schemas.openxmlformats.org/presentationml/2006/main">
  <p:tag name="KSO_WM_SLIDE_BACKGROUND_TYPE" val="general"/>
  <p:tag name="KSO_WM_UNIT_TYPE" val="i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19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7.xml><?xml version="1.0" encoding="utf-8"?>
<p:tagLst xmlns:p="http://schemas.openxmlformats.org/presentationml/2006/main">
  <p:tag name="KSO_WM_SLIDE_BACKGROUND_TYPE" val="general"/>
  <p:tag name="KSO_WM_UNIT_TYPE" val="i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8.xml><?xml version="1.0" encoding="utf-8"?>
<p:tagLst xmlns:p="http://schemas.openxmlformats.org/presentationml/2006/main">
  <p:tag name="KSO_WM_SLIDE_BACKGROUND_TYPE" val="general"/>
  <p:tag name="KSO_WM_UNIT_TYPE" val="i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1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9.xml><?xml version="1.0" encoding="utf-8"?>
<p:tagLst xmlns:p="http://schemas.openxmlformats.org/presentationml/2006/main">
  <p:tag name="KSO_WM_SLIDE_BACKGROUND_TYPE" val="general"/>
  <p:tag name="KSO_WM_UNIT_TYPE" val="i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9.xml><?xml version="1.0" encoding="utf-8"?>
<p:tagLst xmlns:p="http://schemas.openxmlformats.org/presentationml/2006/main">
  <p:tag name="KSO_WM_SLIDE_BACKGROUND_TYPE" val="general"/>
  <p:tag name="KSO_WM_UNIT_TYPE" val="i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3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9.xml><?xml version="1.0" encoding="utf-8"?>
<p:tagLst xmlns:p="http://schemas.openxmlformats.org/presentationml/2006/main">
  <p:tag name="KSO_WM_SLIDE_BACKGROUND_TYPE" val="general"/>
  <p:tag name="KSO_WM_UNIT_TYPE" val="i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4.xml><?xml version="1.0" encoding="utf-8"?>
<p:tagLst xmlns:p="http://schemas.openxmlformats.org/presentationml/2006/main">
  <p:tag name="KSO_WM_UNIT_TABLE_BEAUTIFY" val="smartTable{714656bf-4de0-413f-a4ea-0b1465805a21}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4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50.xml><?xml version="1.0" encoding="utf-8"?>
<p:tagLst xmlns:p="http://schemas.openxmlformats.org/presentationml/2006/main">
  <p:tag name="KSO_WM_SLIDE_BACKGROUND_TYPE" val="general"/>
  <p:tag name="KSO_WM_UNIT_TYPE" val="i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5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0.xml><?xml version="1.0" encoding="utf-8"?>
<p:tagLst xmlns:p="http://schemas.openxmlformats.org/presentationml/2006/main">
  <p:tag name="KSO_WM_SLIDE_BACKGROUND_TYPE" val="general"/>
  <p:tag name="KSO_WM_UNIT_TYPE" val="i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6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1.xml><?xml version="1.0" encoding="utf-8"?>
<p:tagLst xmlns:p="http://schemas.openxmlformats.org/presentationml/2006/main">
  <p:tag name="KSO_WM_SLIDE_BACKGROUND_TYPE" val="general"/>
  <p:tag name="KSO_WM_UNIT_TYPE" val="i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2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27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2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29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29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3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3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3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3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2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31.xml><?xml version="1.0" encoding="utf-8"?>
<p:tagLst xmlns:p="http://schemas.openxmlformats.org/presentationml/2006/main">
  <p:tag name="KSO_WM_SLIDE_BACKGROUND_TYPE" val="general"/>
  <p:tag name="KSO_WM_UNIT_TYPE" val="i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38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3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4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44.xml><?xml version="1.0" encoding="utf-8"?>
<p:tagLst xmlns:p="http://schemas.openxmlformats.org/presentationml/2006/main">
  <p:tag name="KSO_WM_SLIDE_BACKGROUND_TYPE" val="general"/>
  <p:tag name="KSO_WM_UNIT_TYPE" val="i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94.xml><?xml version="1.0" encoding="utf-8"?>
<p:tagLst xmlns:p="http://schemas.openxmlformats.org/presentationml/2006/main">
  <p:tag name="KSO_WM_UNIT_TABLE_BEAUTIFY" val="smartTable{3a5c80d7-39bf-4f9c-8af2-5e64e48d76cd}"/>
  <p:tag name="KSO_WM_BEAUTIFY_FLAG" val=""/>
  <p:tag name="TABLE_ENDDRAG_ORIGIN_RECT" val="686*86"/>
  <p:tag name="TABLE_ENDDRAG_RECT" val="165*221*686*86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UNIT_TABLE_BEAUTIFY" val="smartTable{10b9acb1-0f11-40b8-8178-9e27f2b91f2a}"/>
</p:tagLst>
</file>

<file path=ppt/tags/tag397.xml><?xml version="1.0" encoding="utf-8"?>
<p:tagLst xmlns:p="http://schemas.openxmlformats.org/presentationml/2006/main">
  <p:tag name="KSO_WM_UNIT_TABLE_BEAUTIFY" val="smartTable{f6f2cbc5-6a76-497b-b7a3-363ddfee56da}"/>
</p:tagLst>
</file>

<file path=ppt/tags/tag398.xml><?xml version="1.0" encoding="utf-8"?>
<p:tagLst xmlns:p="http://schemas.openxmlformats.org/presentationml/2006/main">
  <p:tag name="KSO_WM_UNIT_TABLE_BEAUTIFY" val="smartTable{1cf96ee9-23ce-489a-92e5-dda0cbf2e118}"/>
</p:tagLst>
</file>

<file path=ppt/tags/tag399.xml><?xml version="1.0" encoding="utf-8"?>
<p:tagLst xmlns:p="http://schemas.openxmlformats.org/presentationml/2006/main">
  <p:tag name="KSO_WM_UNIT_TABLE_BEAUTIFY" val="smartTable{ac9fcc9e-fdc5-4edc-b674-32e667f7c01a}"/>
</p:tagLst>
</file>

<file path=ppt/tags/tag400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CFF3FA"/>
      </a:dk2>
      <a:lt2>
        <a:srgbClr val="FDE7E6"/>
      </a:lt2>
      <a:accent1>
        <a:srgbClr val="5EB6DD"/>
      </a:accent1>
      <a:accent2>
        <a:srgbClr val="5FACEB"/>
      </a:accent2>
      <a:accent3>
        <a:srgbClr val="759EEF"/>
      </a:accent3>
      <a:accent4>
        <a:srgbClr val="9389E8"/>
      </a:accent4>
      <a:accent5>
        <a:srgbClr val="B870D8"/>
      </a:accent5>
      <a:accent6>
        <a:srgbClr val="D54CBA"/>
      </a:accent6>
      <a:hlink>
        <a:srgbClr val="46ABD9"/>
      </a:hlink>
      <a:folHlink>
        <a:srgbClr val="AB69AE"/>
      </a:folHlink>
    </a:clrScheme>
    <a:fontScheme name="商务风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4242</Words>
  <Application>WPS 演示</Application>
  <PresentationFormat>宽屏</PresentationFormat>
  <Paragraphs>593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28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Calibri Light</vt:lpstr>
      <vt:lpstr>微软雅黑</vt:lpstr>
      <vt:lpstr>汉仪旗黑-85S</vt:lpstr>
      <vt:lpstr>黑体</vt:lpstr>
      <vt:lpstr>Bodoni MT</vt:lpstr>
      <vt:lpstr>Arial Unicode MS</vt:lpstr>
      <vt:lpstr>Verdana</vt:lpstr>
      <vt:lpstr>Times New Roman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王鸿飞</cp:lastModifiedBy>
  <cp:revision>86</cp:revision>
  <dcterms:created xsi:type="dcterms:W3CDTF">2013-10-15T08:54:00Z</dcterms:created>
  <dcterms:modified xsi:type="dcterms:W3CDTF">2023-11-16T10:52:39Z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2B5A7EE714174E54BC5E1EE0725CE63C_12</vt:lpwstr>
  </property>
</Properties>
</file>
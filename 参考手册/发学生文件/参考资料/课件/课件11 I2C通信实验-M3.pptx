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406" r:id="rId4"/>
    <p:sldId id="407" r:id="rId6"/>
    <p:sldId id="409" r:id="rId7"/>
    <p:sldId id="410" r:id="rId8"/>
    <p:sldId id="411" r:id="rId9"/>
    <p:sldId id="412" r:id="rId10"/>
    <p:sldId id="413" r:id="rId11"/>
    <p:sldId id="415" r:id="rId12"/>
    <p:sldId id="421" r:id="rId13"/>
    <p:sldId id="419" r:id="rId14"/>
    <p:sldId id="420" r:id="rId15"/>
  </p:sldIdLst>
  <p:sldSz cx="12192000" cy="6858000"/>
  <p:notesSz cx="6858000" cy="9144000"/>
  <p:custDataLst>
    <p:tags r:id="rId19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7D2"/>
    <a:srgbClr val="5B52CA"/>
    <a:srgbClr val="7F91DD"/>
    <a:srgbClr val="00006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0867"/>
    <p:restoredTop sz="94660"/>
  </p:normalViewPr>
  <p:slideViewPr>
    <p:cSldViewPr showGuides="1"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9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5443C4-0F00-488F-83E6-C1524280B05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07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48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89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>
            <a:spLocks noGrp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301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30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5"/>
          <p:cNvSpPr>
            <a:spLocks noChangeArrowheads="1"/>
          </p:cNvSpPr>
          <p:nvPr/>
        </p:nvSpPr>
        <p:spPr bwMode="auto">
          <a:xfrm>
            <a:off x="50800" y="2274888"/>
            <a:ext cx="8374063" cy="45339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36"/>
          <p:cNvSpPr>
            <a:spLocks noChangeArrowheads="1"/>
          </p:cNvSpPr>
          <p:nvPr/>
        </p:nvSpPr>
        <p:spPr bwMode="gray">
          <a:xfrm>
            <a:off x="68263" y="28575"/>
            <a:ext cx="8369300" cy="22574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8" descr="M_CG38"/>
          <p:cNvSpPr>
            <a:spLocks noChangeArrowheads="1"/>
          </p:cNvSpPr>
          <p:nvPr/>
        </p:nvSpPr>
        <p:spPr bwMode="gray">
          <a:xfrm>
            <a:off x="68263" y="2257425"/>
            <a:ext cx="8458200" cy="45339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9"/>
          <p:cNvSpPr>
            <a:spLocks noChangeArrowheads="1"/>
          </p:cNvSpPr>
          <p:nvPr/>
        </p:nvSpPr>
        <p:spPr bwMode="gray">
          <a:xfrm>
            <a:off x="8434388" y="2255838"/>
            <a:ext cx="3749675" cy="45608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1"/>
          <p:cNvSpPr>
            <a:spLocks noChangeArrowheads="1"/>
          </p:cNvSpPr>
          <p:nvPr/>
        </p:nvSpPr>
        <p:spPr bwMode="gray">
          <a:xfrm>
            <a:off x="9347200" y="6096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1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LOGO</a:t>
            </a:r>
            <a:endParaRPr kumimoji="0" lang="en-US" altLang="zh-CN" sz="2400" b="0" i="1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46"/>
          <p:cNvSpPr>
            <a:spLocks noChangeArrowheads="1"/>
          </p:cNvSpPr>
          <p:nvPr/>
        </p:nvSpPr>
        <p:spPr bwMode="gray">
          <a:xfrm>
            <a:off x="8432800" y="28575"/>
            <a:ext cx="3683000" cy="2228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90" name="Group 18"/>
          <p:cNvGrpSpPr/>
          <p:nvPr/>
        </p:nvGrpSpPr>
        <p:grpSpPr>
          <a:xfrm>
            <a:off x="0" y="-1587"/>
            <a:ext cx="12222163" cy="6859587"/>
            <a:chOff x="0" y="0"/>
            <a:chExt cx="5764" cy="4321"/>
          </a:xfrm>
        </p:grpSpPr>
        <p:sp>
          <p:nvSpPr>
            <p:cNvPr id="23" name="AutoShape 19"/>
            <p:cNvSpPr>
              <a:spLocks noChangeArrowheads="1"/>
            </p:cNvSpPr>
            <p:nvPr/>
          </p:nvSpPr>
          <p:spPr bwMode="gray">
            <a:xfrm>
              <a:off x="27" y="24"/>
              <a:ext cx="5712" cy="4274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92" name="Freeform 20"/>
            <p:cNvSpPr/>
            <p:nvPr/>
          </p:nvSpPr>
          <p:spPr>
            <a:xfrm>
              <a:off x="0" y="0"/>
              <a:ext cx="288" cy="282"/>
            </a:xfrm>
            <a:custGeom>
              <a:avLst/>
              <a:gdLst/>
              <a:ahLst/>
              <a:cxnLst>
                <a:cxn ang="0">
                  <a:pos x="2" y="282"/>
                </a:cxn>
                <a:cxn ang="0">
                  <a:pos x="82" y="144"/>
                </a:cxn>
                <a:cxn ang="0">
                  <a:pos x="165" y="36"/>
                </a:cxn>
                <a:cxn ang="0">
                  <a:pos x="288" y="0"/>
                </a:cxn>
                <a:cxn ang="0">
                  <a:pos x="0" y="0"/>
                </a:cxn>
              </a:cxnLst>
              <a:pathLst>
                <a:path w="288" h="282">
                  <a:moveTo>
                    <a:pt x="2" y="282"/>
                  </a:moveTo>
                  <a:lnTo>
                    <a:pt x="82" y="144"/>
                  </a:lnTo>
                  <a:lnTo>
                    <a:pt x="165" y="36"/>
                  </a:ln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93" name="Freeform 21"/>
            <p:cNvSpPr/>
            <p:nvPr/>
          </p:nvSpPr>
          <p:spPr>
            <a:xfrm>
              <a:off x="5" y="3985"/>
              <a:ext cx="244" cy="336"/>
            </a:xfrm>
            <a:custGeom>
              <a:avLst/>
              <a:gdLst/>
              <a:ahLst/>
              <a:cxnLst>
                <a:cxn ang="0">
                  <a:pos x="279" y="335"/>
                </a:cxn>
                <a:cxn ang="0">
                  <a:pos x="158" y="239"/>
                </a:cxn>
                <a:cxn ang="0">
                  <a:pos x="30" y="144"/>
                </a:cxn>
                <a:cxn ang="0">
                  <a:pos x="0" y="0"/>
                </a:cxn>
                <a:cxn ang="0">
                  <a:pos x="1" y="336"/>
                </a:cxn>
              </a:cxnLst>
              <a:pathLst>
                <a:path w="243" h="336">
                  <a:moveTo>
                    <a:pt x="243" y="335"/>
                  </a:moveTo>
                  <a:lnTo>
                    <a:pt x="122" y="239"/>
                  </a:lnTo>
                  <a:lnTo>
                    <a:pt x="30" y="144"/>
                  </a:lnTo>
                  <a:lnTo>
                    <a:pt x="0" y="0"/>
                  </a:lnTo>
                  <a:lnTo>
                    <a:pt x="1" y="336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94" name="Freeform 22"/>
            <p:cNvSpPr/>
            <p:nvPr/>
          </p:nvSpPr>
          <p:spPr>
            <a:xfrm>
              <a:off x="5511" y="4029"/>
              <a:ext cx="253" cy="290"/>
            </a:xfrm>
            <a:custGeom>
              <a:avLst/>
              <a:gdLst/>
              <a:ahLst/>
              <a:cxnLst>
                <a:cxn ang="0">
                  <a:pos x="5200" y="0"/>
                </a:cxn>
                <a:cxn ang="0">
                  <a:pos x="3713" y="144"/>
                </a:cxn>
                <a:cxn ang="0">
                  <a:pos x="2244" y="253"/>
                </a:cxn>
                <a:cxn ang="0">
                  <a:pos x="0" y="290"/>
                </a:cxn>
                <a:cxn ang="0">
                  <a:pos x="5252" y="287"/>
                </a:cxn>
              </a:cxnLst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95" name="Freeform 23"/>
            <p:cNvSpPr/>
            <p:nvPr/>
          </p:nvSpPr>
          <p:spPr>
            <a:xfrm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82"/>
                </a:cxn>
                <a:cxn ang="0">
                  <a:pos x="252" y="165"/>
                </a:cxn>
                <a:cxn ang="0">
                  <a:pos x="288" y="288"/>
                </a:cxn>
                <a:cxn ang="0">
                  <a:pos x="288" y="0"/>
                </a:cxn>
              </a:cxnLst>
              <a:pathLst>
                <a:path w="288" h="288">
                  <a:moveTo>
                    <a:pt x="0" y="0"/>
                  </a:moveTo>
                  <a:lnTo>
                    <a:pt x="144" y="82"/>
                  </a:lnTo>
                  <a:lnTo>
                    <a:pt x="252" y="165"/>
                  </a:lnTo>
                  <a:lnTo>
                    <a:pt x="288" y="288"/>
                  </a:lnTo>
                  <a:lnTo>
                    <a:pt x="288" y="0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016000" y="457200"/>
            <a:ext cx="7112000" cy="838200"/>
          </a:xfrm>
        </p:spPr>
        <p:txBody>
          <a:bodyPr/>
          <a:lstStyle>
            <a:lvl1pPr algn="r">
              <a:defRPr sz="44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219200" y="1676400"/>
            <a:ext cx="7181851" cy="5334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1600" b="0">
                <a:solidFill>
                  <a:srgbClr val="FFFFFF"/>
                </a:solidFill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8229600" y="6461125"/>
            <a:ext cx="38608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679450" y="6443663"/>
            <a:ext cx="1219200" cy="3159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66839"/>
            <a:ext cx="5384800" cy="4948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66839"/>
            <a:ext cx="5384800" cy="4948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88400" y="350839"/>
            <a:ext cx="2794000" cy="596423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350839"/>
            <a:ext cx="8178800" cy="596423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4"/>
          <p:cNvSpPr/>
          <p:nvPr>
            <p:custDataLst>
              <p:tags r:id="rId2"/>
            </p:custDataLst>
          </p:nvPr>
        </p:nvSpPr>
        <p:spPr>
          <a:xfrm>
            <a:off x="5392738" y="3687763"/>
            <a:ext cx="1406525" cy="381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1200" strike="noStrike" baseline="0" noProof="1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flipV="1">
            <a:off x="3644900" y="1724025"/>
            <a:ext cx="4902200" cy="3168650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>
              <a:latin typeface="Arial" panose="020B0604020202020204" pitchFamily="34" charset="0"/>
            </a:endParaRPr>
          </a:p>
        </p:txBody>
      </p:sp>
      <p:sp>
        <p:nvSpPr>
          <p:cNvPr id="9" name="等腰三角形 8"/>
          <p:cNvSpPr/>
          <p:nvPr>
            <p:custDataLst>
              <p:tags r:id="rId4"/>
            </p:custDataLst>
          </p:nvPr>
        </p:nvSpPr>
        <p:spPr>
          <a:xfrm flipV="1">
            <a:off x="3644900" y="2427288"/>
            <a:ext cx="4902200" cy="3168650"/>
          </a:xfrm>
          <a:prstGeom prst="triangl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>
              <a:latin typeface="Arial" panose="020B0604020202020204" pitchFamily="34" charset="0"/>
            </a:endParaRPr>
          </a:p>
        </p:txBody>
      </p:sp>
      <p:sp>
        <p:nvSpPr>
          <p:cNvPr id="10" name="等腰三角形 9"/>
          <p:cNvSpPr/>
          <p:nvPr>
            <p:custDataLst>
              <p:tags r:id="rId5"/>
            </p:custDataLst>
          </p:nvPr>
        </p:nvSpPr>
        <p:spPr>
          <a:xfrm rot="2315082">
            <a:off x="10344150" y="1270000"/>
            <a:ext cx="533400" cy="34448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>
            <p:custDataLst>
              <p:tags r:id="rId6"/>
            </p:custDataLst>
          </p:nvPr>
        </p:nvSpPr>
        <p:spPr>
          <a:xfrm rot="17631882" flipV="1">
            <a:off x="11435556" y="958056"/>
            <a:ext cx="533400" cy="344488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>
            <p:custDataLst>
              <p:tags r:id="rId7"/>
            </p:custDataLst>
          </p:nvPr>
        </p:nvSpPr>
        <p:spPr>
          <a:xfrm flipV="1">
            <a:off x="10091738" y="2233613"/>
            <a:ext cx="322263" cy="20955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>
            <p:custDataLst>
              <p:tags r:id="rId8"/>
            </p:custDataLst>
          </p:nvPr>
        </p:nvSpPr>
        <p:spPr>
          <a:xfrm rot="2315082">
            <a:off x="2841625" y="41481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4" name="等腰三角形 13"/>
          <p:cNvSpPr/>
          <p:nvPr>
            <p:custDataLst>
              <p:tags r:id="rId9"/>
            </p:custDataLst>
          </p:nvPr>
        </p:nvSpPr>
        <p:spPr>
          <a:xfrm rot="2644620">
            <a:off x="625475" y="5040313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/>
          <p:nvPr>
            <p:custDataLst>
              <p:tags r:id="rId10"/>
            </p:custDataLst>
          </p:nvPr>
        </p:nvSpPr>
        <p:spPr>
          <a:xfrm rot="19428006" flipV="1">
            <a:off x="1687513" y="5108575"/>
            <a:ext cx="323850" cy="20955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>
            <p:custDataLst>
              <p:tags r:id="rId11"/>
            </p:custDataLst>
          </p:nvPr>
        </p:nvSpPr>
        <p:spPr>
          <a:xfrm rot="17425212" flipV="1">
            <a:off x="1927225" y="4364038"/>
            <a:ext cx="322263" cy="207963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019277" y="2197601"/>
            <a:ext cx="8153447" cy="1105584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495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pPr fontAlgn="auto"/>
            <a:r>
              <a:rPr lang="zh-CN" altLang="en-US" sz="4950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289443" y="3688350"/>
            <a:ext cx="1589823" cy="380333"/>
          </a:xfrm>
        </p:spPr>
        <p:txBody>
          <a:bodyPr lIns="90000" tIns="46800" rIns="90000" bIns="46800" anchor="ctr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35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z="1350" strike="noStrike" noProof="1" dirty="0"/>
              <a:t>副标题</a:t>
            </a:r>
            <a:endParaRPr lang="zh-CN" altLang="en-US" strike="noStrike" noProof="1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3" name="组合 14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8" name="等腰三角形 7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125" name="组合 13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9" name="等腰三角形 8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 userDrawn="1">
            <p:ph idx="1"/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组合 10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149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2311400" y="2206625"/>
            <a:ext cx="7569200" cy="211455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 dirty="0">
              <a:latin typeface="Arial" panose="020B0604020202020204" pitchFamily="34" charset="0"/>
            </a:endParaRPr>
          </a:p>
        </p:txBody>
      </p:sp>
      <p:sp>
        <p:nvSpPr>
          <p:cNvPr id="10" name="矩形: 圆角 4"/>
          <p:cNvSpPr/>
          <p:nvPr userDrawn="1">
            <p:custDataLst>
              <p:tags r:id="rId6"/>
            </p:custDataLst>
          </p:nvPr>
        </p:nvSpPr>
        <p:spPr>
          <a:xfrm>
            <a:off x="5392738" y="1663700"/>
            <a:ext cx="1406525" cy="381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1200" strike="noStrike" baseline="0" noProof="1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5759450" y="3365500"/>
            <a:ext cx="6731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8091" y="3592513"/>
            <a:ext cx="5795819" cy="600077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z="1350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1" name="组合 10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7173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1626121"/>
            <a:ext cx="5283243" cy="404168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20000"/>
              </a:lnSpc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20000"/>
              </a:lnSpc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20000"/>
              </a:lnSpc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20000"/>
              </a:lnSpc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12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14" name="等腰三角形 13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197" name="组合 14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6" name="等腰三角形 15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7" name="等腰三角形 16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 dirty="0"/>
              <a:t>单击此处编辑文本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单击此处编辑母版文本样式</a:t>
            </a:r>
            <a:endParaRPr strike="noStrike" noProof="1" dirty="0">
              <a:sym typeface="+mn-ea"/>
            </a:endParaRPr>
          </a:p>
          <a:p>
            <a:pPr lvl="1" fontAlgn="auto"/>
            <a:r>
              <a:rPr strike="noStrike" noProof="1" dirty="0">
                <a:sym typeface="+mn-ea"/>
              </a:rPr>
              <a:t>第二级</a:t>
            </a:r>
            <a:endParaRPr strike="noStrike" noProof="1" dirty="0">
              <a:sym typeface="+mn-ea"/>
            </a:endParaRPr>
          </a:p>
          <a:p>
            <a:pPr lvl="2" fontAlgn="auto"/>
            <a:r>
              <a:rPr strike="noStrike" noProof="1" dirty="0">
                <a:sym typeface="+mn-ea"/>
              </a:rPr>
              <a:t>第三级</a:t>
            </a:r>
            <a:endParaRPr strike="noStrike" noProof="1" dirty="0">
              <a:sym typeface="+mn-ea"/>
            </a:endParaRPr>
          </a:p>
          <a:p>
            <a:pPr lvl="3" fontAlgn="auto"/>
            <a:r>
              <a:rPr strike="noStrike" noProof="1" dirty="0">
                <a:sym typeface="+mn-ea"/>
              </a:rPr>
              <a:t>第四级</a:t>
            </a:r>
            <a:endParaRPr strike="noStrike" noProof="1" dirty="0">
              <a:sym typeface="+mn-ea"/>
            </a:endParaRPr>
          </a:p>
          <a:p>
            <a:pPr lvl="4" fontAlgn="auto"/>
            <a:r>
              <a:rPr strike="noStrike" noProof="1" dirty="0">
                <a:sym typeface="+mn-ea"/>
              </a:rPr>
              <a:t>第五级</a:t>
            </a:r>
            <a:endParaRPr strike="noStrike" noProof="1"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9" name="组合 7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9" name="等腰三角形 8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221" name="组合 9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1" name="等腰三角形 10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" name="等腰三角形 11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组合 10"/>
          <p:cNvGrpSpPr/>
          <p:nvPr userDrawn="1"/>
        </p:nvGrpSpPr>
        <p:grpSpPr>
          <a:xfrm>
            <a:off x="261938" y="304800"/>
            <a:ext cx="11650662" cy="6176963"/>
            <a:chOff x="261175" y="305272"/>
            <a:chExt cx="11651124" cy="617618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1269" name="组合 12"/>
            <p:cNvGrpSpPr/>
            <p:nvPr userDrawn="1"/>
          </p:nvGrpSpPr>
          <p:grpSpPr>
            <a:xfrm rot="1322092">
              <a:off x="11131937" y="305272"/>
              <a:ext cx="780362" cy="670898"/>
              <a:chOff x="11170458" y="527508"/>
              <a:chExt cx="780362" cy="670898"/>
            </a:xfrm>
          </p:grpSpPr>
          <p:sp>
            <p:nvSpPr>
              <p:cNvPr id="14" name="等腰三角形 13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170458" y="9201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50344" y="54976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1" name="组合 9"/>
          <p:cNvGrpSpPr/>
          <p:nvPr userDrawn="1"/>
        </p:nvGrpSpPr>
        <p:grpSpPr>
          <a:xfrm>
            <a:off x="261938" y="304800"/>
            <a:ext cx="11625262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2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293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3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 dirty="0">
                <a:sym typeface="+mn-ea"/>
              </a:rPr>
              <a:t>单击此处编辑母版标题样式</a:t>
            </a:r>
            <a:endParaRPr strike="noStrike" noProof="1"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marL="386080" indent="-213995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28980" indent="-213995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071880" indent="-213995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414780" indent="-213995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757680" indent="-213995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组合 9"/>
          <p:cNvGrpSpPr/>
          <p:nvPr userDrawn="1"/>
        </p:nvGrpSpPr>
        <p:grpSpPr>
          <a:xfrm>
            <a:off x="261938" y="304800"/>
            <a:ext cx="11625262" cy="6248400"/>
            <a:chOff x="261175" y="304800"/>
            <a:chExt cx="11626025" cy="6248400"/>
          </a:xfrm>
        </p:grpSpPr>
        <p:sp>
          <p:nvSpPr>
            <p:cNvPr id="11" name="矩形 10"/>
            <p:cNvSpPr/>
            <p:nvPr userDrawn="1">
              <p:custDataLst>
                <p:tags r:id="rId2"/>
              </p:custDataLst>
            </p:nvPr>
          </p:nvSpPr>
          <p:spPr>
            <a:xfrm>
              <a:off x="304800" y="304800"/>
              <a:ext cx="11582400" cy="6248400"/>
            </a:xfrm>
            <a:prstGeom prst="rect">
              <a:avLst/>
            </a:prstGeom>
            <a:gradFill flip="none" rotWithShape="1">
              <a:gsLst>
                <a:gs pos="40000">
                  <a:schemeClr val="bg2"/>
                </a:gs>
                <a:gs pos="92000">
                  <a:schemeClr val="tx2"/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42900" sx="106000" sy="106000" algn="ctr" rotWithShape="0">
                <a:schemeClr val="tx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 dirty="0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317" name="组合 11"/>
            <p:cNvGrpSpPr/>
            <p:nvPr userDrawn="1"/>
          </p:nvGrpSpPr>
          <p:grpSpPr>
            <a:xfrm>
              <a:off x="261175" y="597763"/>
              <a:ext cx="11327050" cy="5883697"/>
              <a:chOff x="261175" y="597763"/>
              <a:chExt cx="11327050" cy="5883697"/>
            </a:xfrm>
          </p:grpSpPr>
          <p:sp>
            <p:nvSpPr>
              <p:cNvPr id="13" name="等腰三角形 12"/>
              <p:cNvSpPr/>
              <p:nvPr userDrawn="1">
                <p:custDataLst>
                  <p:tags r:id="rId3"/>
                </p:custDataLst>
              </p:nvPr>
            </p:nvSpPr>
            <p:spPr>
              <a:xfrm rot="2315082">
                <a:off x="261175" y="6021632"/>
                <a:ext cx="533400" cy="45982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4" name="等腰三角形 13"/>
              <p:cNvSpPr/>
              <p:nvPr userDrawn="1">
                <p:custDataLst>
                  <p:tags r:id="rId4"/>
                </p:custDataLst>
              </p:nvPr>
            </p:nvSpPr>
            <p:spPr>
              <a:xfrm rot="2015744" flipV="1">
                <a:off x="11265491" y="597763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9" name="组合 6"/>
          <p:cNvGrpSpPr/>
          <p:nvPr userDrawn="1"/>
        </p:nvGrpSpPr>
        <p:grpSpPr>
          <a:xfrm>
            <a:off x="261938" y="180975"/>
            <a:ext cx="11739562" cy="6300788"/>
            <a:chOff x="261175" y="180644"/>
            <a:chExt cx="11740482" cy="6300816"/>
          </a:xfrm>
        </p:grpSpPr>
        <p:sp>
          <p:nvSpPr>
            <p:cNvPr id="8" name="等腰三角形 7"/>
            <p:cNvSpPr/>
            <p:nvPr userDrawn="1">
              <p:custDataLst>
                <p:tags r:id="rId2"/>
              </p:custDataLst>
            </p:nvPr>
          </p:nvSpPr>
          <p:spPr>
            <a:xfrm rot="2315082">
              <a:off x="261175" y="6021632"/>
              <a:ext cx="533400" cy="45982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341" name="组合 8"/>
            <p:cNvGrpSpPr/>
            <p:nvPr userDrawn="1"/>
          </p:nvGrpSpPr>
          <p:grpSpPr>
            <a:xfrm rot="1322092">
              <a:off x="11233066" y="180644"/>
              <a:ext cx="768591" cy="666134"/>
              <a:chOff x="11216987" y="376430"/>
              <a:chExt cx="768591" cy="666134"/>
            </a:xfrm>
          </p:grpSpPr>
          <p:sp>
            <p:nvSpPr>
              <p:cNvPr id="10" name="等腰三角形 9"/>
              <p:cNvSpPr/>
              <p:nvPr userDrawn="1">
                <p:custDataLst>
                  <p:tags r:id="rId3"/>
                </p:custDataLst>
              </p:nvPr>
            </p:nvSpPr>
            <p:spPr>
              <a:xfrm rot="693652" flipV="1">
                <a:off x="11216987" y="764346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 userDrawn="1">
                <p:custDataLst>
                  <p:tags r:id="rId4"/>
                </p:custDataLst>
              </p:nvPr>
            </p:nvSpPr>
            <p:spPr>
              <a:xfrm rot="18492899" flipV="1">
                <a:off x="11685102" y="398688"/>
                <a:ext cx="322734" cy="278218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2"/>
                  </a:gs>
                  <a:gs pos="100000">
                    <a:schemeClr val="tx2"/>
                  </a:gs>
                </a:gsLst>
                <a:lin ang="0" scaled="0"/>
                <a:tileRect/>
              </a:gradFill>
              <a:ln>
                <a:noFill/>
              </a:ln>
              <a:effectLst>
                <a:outerShdw blurRad="342900" sx="114000" sy="114000" algn="ctr" rotWithShape="0">
                  <a:schemeClr val="accent1">
                    <a:lumMod val="50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 fontAlgn="base"/>
                <a:endParaRPr lang="zh-CN" altLang="en-US" sz="1200" strike="noStrike" baseline="0" noProof="1">
                  <a:solidFill>
                    <a:schemeClr val="accent3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009650" y="1495425"/>
            <a:ext cx="10172700" cy="386715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26807" y="2466965"/>
            <a:ext cx="6738387" cy="1924071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z="4950" strike="noStrike" noProof="1" dirty="0">
                <a:sym typeface="+mn-ea"/>
              </a:rPr>
              <a:t>编辑标题</a:t>
            </a:r>
            <a:endParaRPr strike="noStrike" noProof="1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9"/>
          <p:cNvSpPr/>
          <p:nvPr userDrawn="1">
            <p:custDataLst>
              <p:tags r:id="rId2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5364" name="组合 10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304800" y="304800"/>
            <a:ext cx="11582400" cy="62484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 dirty="0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3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12"/>
          <p:cNvSpPr/>
          <p:nvPr userDrawn="1">
            <p:custDataLst>
              <p:tags r:id="rId4"/>
            </p:custDataLst>
          </p:nvPr>
        </p:nvSpPr>
        <p:spPr>
          <a:xfrm rot="2015744" flipV="1">
            <a:off x="11264900" y="631825"/>
            <a:ext cx="323850" cy="209550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281600" y="1339650"/>
            <a:ext cx="9626400" cy="542700"/>
          </a:xfrm>
        </p:spPr>
        <p:txBody>
          <a:bodyPr anchor="ctr"/>
          <a:lstStyle>
            <a:lvl1pPr>
              <a:defRPr sz="24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24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en-US" altLang="zh-CN" sz="1200" strike="noStrike" baseline="0" noProof="1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等腰三角形 17"/>
          <p:cNvSpPr/>
          <p:nvPr userDrawn="1">
            <p:custDataLst>
              <p:tags r:id="rId3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7413" name="组合 18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3200" y="880650"/>
            <a:ext cx="3960000" cy="661500"/>
          </a:xfrm>
        </p:spPr>
        <p:txBody>
          <a:bodyPr anchor="ctr"/>
          <a:lstStyle>
            <a:lvl1pPr>
              <a:defRPr sz="27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单击编辑标题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en-US" altLang="zh-CN" sz="1200" strike="noStrike" baseline="0" noProof="1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等腰三角形 15"/>
          <p:cNvSpPr/>
          <p:nvPr userDrawn="1">
            <p:custDataLst>
              <p:tags r:id="rId3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8437" name="组合 16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18" name="等腰三角形 17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等腰三角形 18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0"/>
            <a:ext cx="12192000" cy="1828800"/>
          </a:xfrm>
          <a:prstGeom prst="rect">
            <a:avLst/>
          </a:prstGeom>
          <a:gradFill flip="none" rotWithShape="1">
            <a:gsLst>
              <a:gs pos="40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en-US" altLang="zh-CN" sz="1200" strike="noStrike" baseline="0" noProof="1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7" name="等腰三角形 16"/>
          <p:cNvSpPr/>
          <p:nvPr userDrawn="1">
            <p:custDataLst>
              <p:tags r:id="rId3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19461" name="组合 17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19" name="等腰三角形 18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等腰三角形 19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740250"/>
            <a:ext cx="10976400" cy="423900"/>
          </a:xfrm>
        </p:spPr>
        <p:txBody>
          <a:bodyPr anchor="ctr"/>
          <a:lstStyle>
            <a:lvl1pPr algn="ctr">
              <a:defRPr sz="24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tx2"/>
              </a:gs>
              <a:gs pos="53000">
                <a:schemeClr val="bg2"/>
              </a:gs>
            </a:gsLst>
            <a:lin ang="0" scaled="1"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en-US" altLang="zh-CN" sz="1200" strike="noStrike" baseline="0" noProof="1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9" name="等腰三角形 18"/>
          <p:cNvSpPr/>
          <p:nvPr userDrawn="1">
            <p:custDataLst>
              <p:tags r:id="rId3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20485" name="组合 19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21" name="等腰三角形 20"/>
            <p:cNvSpPr/>
            <p:nvPr userDrawn="1">
              <p:custDataLst>
                <p:tags r:id="rId4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等腰三角形 21"/>
            <p:cNvSpPr/>
            <p:nvPr userDrawn="1">
              <p:custDataLst>
                <p:tags r:id="rId5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" name="等腰三角形 11"/>
          <p:cNvSpPr/>
          <p:nvPr userDrawn="1">
            <p:custDataLst>
              <p:tags r:id="rId6"/>
            </p:custDataLst>
          </p:nvPr>
        </p:nvSpPr>
        <p:spPr>
          <a:xfrm rot="2315082">
            <a:off x="11583988" y="6337300"/>
            <a:ext cx="409575" cy="265113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4" name="等腰三角形 13"/>
          <p:cNvSpPr/>
          <p:nvPr userDrawn="1">
            <p:custDataLst>
              <p:tags r:id="rId7"/>
            </p:custDataLst>
          </p:nvPr>
        </p:nvSpPr>
        <p:spPr>
          <a:xfrm rot="17631882" flipV="1">
            <a:off x="11607006" y="5695156"/>
            <a:ext cx="533400" cy="344488"/>
          </a:xfrm>
          <a:prstGeom prst="triangle">
            <a:avLst/>
          </a:prstGeom>
          <a:noFill/>
          <a:ln w="635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baseline="0" noProof="1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92846"/>
            <a:ext cx="11037600" cy="33147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等腰三角形 13"/>
          <p:cNvSpPr/>
          <p:nvPr userDrawn="1">
            <p:custDataLst>
              <p:tags r:id="rId2"/>
            </p:custDataLst>
          </p:nvPr>
        </p:nvSpPr>
        <p:spPr>
          <a:xfrm rot="2315082">
            <a:off x="260350" y="6078538"/>
            <a:ext cx="53340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  <a:tileRect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Arial" panose="020B0604020202020204" pitchFamily="34" charset="0"/>
            </a:endParaRPr>
          </a:p>
        </p:txBody>
      </p:sp>
      <p:grpSp>
        <p:nvGrpSpPr>
          <p:cNvPr id="21508" name="组合 14"/>
          <p:cNvGrpSpPr/>
          <p:nvPr userDrawn="1"/>
        </p:nvGrpSpPr>
        <p:grpSpPr>
          <a:xfrm rot="1322092">
            <a:off x="11131550" y="388938"/>
            <a:ext cx="781050" cy="503237"/>
            <a:chOff x="11170458" y="527508"/>
            <a:chExt cx="780362" cy="670898"/>
          </a:xfrm>
        </p:grpSpPr>
        <p:sp>
          <p:nvSpPr>
            <p:cNvPr id="20" name="等腰三角形 19"/>
            <p:cNvSpPr/>
            <p:nvPr userDrawn="1">
              <p:custDataLst>
                <p:tags r:id="rId3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等腰三角形 20"/>
            <p:cNvSpPr/>
            <p:nvPr userDrawn="1">
              <p:custDataLst>
                <p:tags r:id="rId4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  <a:tileRect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1576388"/>
            <a:ext cx="12192000" cy="3705225"/>
          </a:xfrm>
          <a:prstGeom prst="rect">
            <a:avLst/>
          </a:prstGeom>
          <a:gradFill flip="none" rotWithShape="1">
            <a:gsLst>
              <a:gs pos="69000">
                <a:schemeClr val="bg2"/>
              </a:gs>
              <a:gs pos="92000">
                <a:schemeClr val="tx2"/>
              </a:gs>
            </a:gsLst>
            <a:lin ang="2700000" scaled="0"/>
            <a:tileRect/>
          </a:gradFill>
          <a:ln>
            <a:noFill/>
          </a:ln>
          <a:effectLst>
            <a:outerShdw blurRad="342900" sx="106000" sy="106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/>
            <a:endParaRPr lang="en-US" altLang="zh-CN" sz="1200" strike="noStrike" baseline="0" noProof="1" dirty="0">
              <a:solidFill>
                <a:schemeClr val="accent3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522800" y="1637550"/>
            <a:ext cx="9144000" cy="1790100"/>
          </a:xfrm>
        </p:spPr>
        <p:txBody>
          <a:bodyPr anchor="b"/>
          <a:lstStyle>
            <a:lvl1pPr algn="ctr">
              <a:defRPr sz="45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30213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5988" y="6350000"/>
            <a:ext cx="52800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1338" y="6350000"/>
            <a:ext cx="3598863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4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49" name="Rectangle 25"/>
          <p:cNvSpPr>
            <a:spLocks noChangeArrowheads="1"/>
          </p:cNvSpPr>
          <p:nvPr/>
        </p:nvSpPr>
        <p:spPr bwMode="gray">
          <a:xfrm>
            <a:off x="0" y="11113"/>
            <a:ext cx="12085638" cy="1185863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66667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16"/>
          <p:cNvSpPr>
            <a:spLocks noChangeArrowheads="1"/>
          </p:cNvSpPr>
          <p:nvPr/>
        </p:nvSpPr>
        <p:spPr bwMode="ltGray">
          <a:xfrm>
            <a:off x="0" y="6453188"/>
            <a:ext cx="12172950" cy="404813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229600" y="6461125"/>
            <a:ext cx="38608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b="1">
                <a:solidFill>
                  <a:schemeClr val="bg1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www.themegallery.com</a:t>
            </a: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9450" y="6443663"/>
            <a:ext cx="1219200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/>
          </a:p>
        </p:txBody>
      </p:sp>
      <p:sp>
        <p:nvSpPr>
          <p:cNvPr id="2" name="Rectangle 2"/>
          <p:cNvSpPr>
            <a:spLocks noGrp="1"/>
          </p:cNvSpPr>
          <p:nvPr>
            <p:ph type="title"/>
          </p:nvPr>
        </p:nvSpPr>
        <p:spPr>
          <a:xfrm>
            <a:off x="406400" y="350838"/>
            <a:ext cx="11074400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7" name="Rectangle 23"/>
          <p:cNvSpPr>
            <a:spLocks noChangeArrowheads="1"/>
          </p:cNvSpPr>
          <p:nvPr/>
        </p:nvSpPr>
        <p:spPr bwMode="gray">
          <a:xfrm>
            <a:off x="133350" y="1198563"/>
            <a:ext cx="11931650" cy="100013"/>
          </a:xfrm>
          <a:prstGeom prst="rect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3"/>
          <p:cNvSpPr>
            <a:spLocks noGrp="1"/>
          </p:cNvSpPr>
          <p:nvPr>
            <p:ph type="body"/>
          </p:nvPr>
        </p:nvSpPr>
        <p:spPr>
          <a:xfrm>
            <a:off x="609600" y="1366838"/>
            <a:ext cx="10972800" cy="49482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3" name="Rectangle 26"/>
          <p:cNvSpPr>
            <a:spLocks noChangeArrowheads="1"/>
          </p:cNvSpPr>
          <p:nvPr/>
        </p:nvSpPr>
        <p:spPr bwMode="gray">
          <a:xfrm>
            <a:off x="9448800" y="33338"/>
            <a:ext cx="2667000" cy="1150938"/>
          </a:xfrm>
          <a:prstGeom prst="rect">
            <a:avLst/>
          </a:prstGeom>
          <a:blipFill dpi="0" rotWithShape="1">
            <a:blip r:embed="rId1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4" name="Group 17"/>
          <p:cNvGrpSpPr/>
          <p:nvPr/>
        </p:nvGrpSpPr>
        <p:grpSpPr>
          <a:xfrm>
            <a:off x="-20637" y="0"/>
            <a:ext cx="12220575" cy="6859588"/>
            <a:chOff x="0" y="0"/>
            <a:chExt cx="5764" cy="4321"/>
          </a:xfrm>
        </p:grpSpPr>
        <p:sp>
          <p:nvSpPr>
            <p:cNvPr id="1035" name="AutoShape 18"/>
            <p:cNvSpPr>
              <a:spLocks noChangeArrowheads="1"/>
            </p:cNvSpPr>
            <p:nvPr/>
          </p:nvSpPr>
          <p:spPr bwMode="gray">
            <a:xfrm>
              <a:off x="27" y="24"/>
              <a:ext cx="5712" cy="4274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Freeform 19"/>
            <p:cNvSpPr/>
            <p:nvPr/>
          </p:nvSpPr>
          <p:spPr>
            <a:xfrm>
              <a:off x="0" y="0"/>
              <a:ext cx="288" cy="282"/>
            </a:xfrm>
            <a:custGeom>
              <a:avLst/>
              <a:gdLst/>
              <a:ahLst/>
              <a:cxnLst>
                <a:cxn ang="0">
                  <a:pos x="2" y="282"/>
                </a:cxn>
                <a:cxn ang="0">
                  <a:pos x="82" y="144"/>
                </a:cxn>
                <a:cxn ang="0">
                  <a:pos x="165" y="36"/>
                </a:cxn>
                <a:cxn ang="0">
                  <a:pos x="288" y="0"/>
                </a:cxn>
                <a:cxn ang="0">
                  <a:pos x="0" y="0"/>
                </a:cxn>
              </a:cxnLst>
              <a:pathLst>
                <a:path w="288" h="282">
                  <a:moveTo>
                    <a:pt x="2" y="282"/>
                  </a:moveTo>
                  <a:lnTo>
                    <a:pt x="82" y="144"/>
                  </a:lnTo>
                  <a:lnTo>
                    <a:pt x="165" y="36"/>
                  </a:lnTo>
                  <a:lnTo>
                    <a:pt x="288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Freeform 20"/>
            <p:cNvSpPr/>
            <p:nvPr/>
          </p:nvSpPr>
          <p:spPr>
            <a:xfrm>
              <a:off x="5" y="3985"/>
              <a:ext cx="244" cy="336"/>
            </a:xfrm>
            <a:custGeom>
              <a:avLst/>
              <a:gdLst/>
              <a:ahLst/>
              <a:cxnLst>
                <a:cxn ang="0">
                  <a:pos x="279" y="335"/>
                </a:cxn>
                <a:cxn ang="0">
                  <a:pos x="158" y="239"/>
                </a:cxn>
                <a:cxn ang="0">
                  <a:pos x="30" y="144"/>
                </a:cxn>
                <a:cxn ang="0">
                  <a:pos x="0" y="0"/>
                </a:cxn>
                <a:cxn ang="0">
                  <a:pos x="1" y="336"/>
                </a:cxn>
              </a:cxnLst>
              <a:pathLst>
                <a:path w="243" h="336">
                  <a:moveTo>
                    <a:pt x="243" y="335"/>
                  </a:moveTo>
                  <a:lnTo>
                    <a:pt x="122" y="239"/>
                  </a:lnTo>
                  <a:lnTo>
                    <a:pt x="30" y="144"/>
                  </a:lnTo>
                  <a:lnTo>
                    <a:pt x="0" y="0"/>
                  </a:lnTo>
                  <a:lnTo>
                    <a:pt x="1" y="336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Freeform 21"/>
            <p:cNvSpPr/>
            <p:nvPr/>
          </p:nvSpPr>
          <p:spPr>
            <a:xfrm>
              <a:off x="5511" y="4029"/>
              <a:ext cx="253" cy="290"/>
            </a:xfrm>
            <a:custGeom>
              <a:avLst/>
              <a:gdLst/>
              <a:ahLst/>
              <a:cxnLst>
                <a:cxn ang="0">
                  <a:pos x="5200" y="0"/>
                </a:cxn>
                <a:cxn ang="0">
                  <a:pos x="3713" y="144"/>
                </a:cxn>
                <a:cxn ang="0">
                  <a:pos x="2244" y="253"/>
                </a:cxn>
                <a:cxn ang="0">
                  <a:pos x="0" y="290"/>
                </a:cxn>
                <a:cxn ang="0">
                  <a:pos x="5252" y="287"/>
                </a:cxn>
              </a:cxnLst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Freeform 22"/>
            <p:cNvSpPr/>
            <p:nvPr/>
          </p:nvSpPr>
          <p:spPr>
            <a:xfrm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82"/>
                </a:cxn>
                <a:cxn ang="0">
                  <a:pos x="252" y="165"/>
                </a:cxn>
                <a:cxn ang="0">
                  <a:pos x="288" y="288"/>
                </a:cxn>
                <a:cxn ang="0">
                  <a:pos x="288" y="0"/>
                </a:cxn>
              </a:cxnLst>
              <a:pathLst>
                <a:path w="288" h="288">
                  <a:moveTo>
                    <a:pt x="0" y="0"/>
                  </a:moveTo>
                  <a:lnTo>
                    <a:pt x="144" y="82"/>
                  </a:lnTo>
                  <a:lnTo>
                    <a:pt x="252" y="165"/>
                  </a:lnTo>
                  <a:lnTo>
                    <a:pt x="288" y="288"/>
                  </a:lnTo>
                  <a:lnTo>
                    <a:pt x="288" y="0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925" y="1189038"/>
            <a:ext cx="10852150" cy="331787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t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  <p:custDataLst>
              <p:tags r:id="rId20"/>
            </p:custDataLst>
          </p:nvPr>
        </p:nvSpPr>
        <p:spPr>
          <a:xfrm>
            <a:off x="669925" y="1571625"/>
            <a:ext cx="10852150" cy="4041775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0" rIns="82550" bIns="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lnSpc>
                <a:spcPct val="120000"/>
              </a:lnSpc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5619750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20000"/>
              </a:lnSpc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ct val="120000"/>
              </a:lnSpc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charset="-122"/>
                <a:cs typeface="+mn-cs"/>
              </a:rPr>
            </a:fld>
            <a:endParaRPr lang="zh-CN" altLang="en-US" strike="noStrike" noProof="1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35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40.xml"/><Relationship Id="rId5" Type="http://schemas.openxmlformats.org/officeDocument/2006/relationships/image" Target="../media/image4.png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153.xml"/><Relationship Id="rId7" Type="http://schemas.openxmlformats.org/officeDocument/2006/relationships/image" Target="../media/image5.png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14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59.xml"/><Relationship Id="rId6" Type="http://schemas.openxmlformats.org/officeDocument/2006/relationships/image" Target="../media/image6.png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65.xml"/><Relationship Id="rId6" Type="http://schemas.openxmlformats.org/officeDocument/2006/relationships/image" Target="../media/image7.png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78.xml"/><Relationship Id="rId7" Type="http://schemas.openxmlformats.org/officeDocument/2006/relationships/image" Target="../media/image8.png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tags" Target="../tags/tag17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90.xml"/><Relationship Id="rId2" Type="http://schemas.openxmlformats.org/officeDocument/2006/relationships/image" Target="../media/image10.png"/><Relationship Id="rId1" Type="http://schemas.openxmlformats.org/officeDocument/2006/relationships/tags" Target="../tags/tag1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555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46" name="TextBox 1"/>
          <p:cNvSpPr txBox="1"/>
          <p:nvPr>
            <p:custDataLst>
              <p:tags r:id="rId4"/>
            </p:custDataLst>
          </p:nvPr>
        </p:nvSpPr>
        <p:spPr>
          <a:xfrm>
            <a:off x="611188" y="1628775"/>
            <a:ext cx="10777538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I2C(IIC,Inter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－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Integrated Circuit),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两线式串行总线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PHILIPS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公司开发用于连接微控制器及其外围设备。</a:t>
            </a:r>
            <a:endParaRPr lang="en-US" altLang="zh-CN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它是由数据线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和时钟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SCL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构成的串行总线，可发送和接收数据。在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与被控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之间、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之间进行双向传送，标准模式可达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100kbps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总线一般可达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400kbps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，高速模式可达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3.4Mbps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是半双工通信方式。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59" name="Rectangle 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34963" y="404813"/>
            <a:ext cx="2008187" cy="5635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eaLnBrk="0" hangingPunct="0"/>
            <a:r>
              <a:rPr lang="en-US" altLang="zh-CN" sz="3600" b="1" dirty="0">
                <a:latin typeface="微软雅黑" panose="020B0503020204020204" charset="-122"/>
              </a:rPr>
              <a:t>IIC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</a:rPr>
              <a:t>通信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603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194" name="TextBox 1"/>
          <p:cNvSpPr txBox="1"/>
          <p:nvPr>
            <p:custDataLst>
              <p:tags r:id="rId4"/>
            </p:custDataLst>
          </p:nvPr>
        </p:nvSpPr>
        <p:spPr>
          <a:xfrm>
            <a:off x="983615" y="692785"/>
            <a:ext cx="4959350" cy="1076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ClrTx/>
              <a:buFont typeface="Wingdings" panose="05000000000000000000" pitchFamily="2" charset="2"/>
              <a:buChar char="u"/>
            </a:pPr>
            <a:r>
              <a:rPr lang="zh-CN" altLang="en-US" sz="32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多主机</a:t>
            </a:r>
            <a:r>
              <a:rPr lang="en-US" altLang="zh-CN" sz="32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32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总线系统结构</a:t>
            </a:r>
            <a:br>
              <a:rPr lang="zh-CN" altLang="en-US" sz="32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32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607" name="Picture 2" descr="http://images.cnitblog.com/blog/470909/201305/27100342-27980bd2f2484ff68c89b84b2ad062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040" y="1484630"/>
            <a:ext cx="6807835" cy="27546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54810" y="4149090"/>
            <a:ext cx="89465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I2C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是多主机总线，如果有两个以上主机，数据传输可以通过冲突检测和仲裁防止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数据被破坏。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每个连接到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I2C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总线的器件都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有唯一的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连接到相同总线的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数量只受总线的最大电容</a:t>
            </a: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400pF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限制。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7651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290" name="TextBox 1"/>
          <p:cNvSpPr txBox="1"/>
          <p:nvPr>
            <p:custDataLst>
              <p:tags r:id="rId4"/>
            </p:custDataLst>
          </p:nvPr>
        </p:nvSpPr>
        <p:spPr>
          <a:xfrm>
            <a:off x="1558925" y="1412240"/>
            <a:ext cx="21796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）空闲状态</a:t>
            </a:r>
            <a:endParaRPr lang="zh-CN" altLang="en-US" sz="28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91" name="TextBox 2"/>
          <p:cNvSpPr txBox="1"/>
          <p:nvPr>
            <p:custDataLst>
              <p:tags r:id="rId5"/>
            </p:custDataLst>
          </p:nvPr>
        </p:nvSpPr>
        <p:spPr>
          <a:xfrm>
            <a:off x="1631950" y="2204720"/>
            <a:ext cx="942213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I2C总线的SDA和SCL两条信号线同时处于高电平时，规定为总线的空闲状态。此时各个器件的输出级场效应管均处在截止状态，即释放总线，由两条信号线各自的上拉电阻把电平拉高。</a:t>
            </a:r>
            <a:r>
              <a:rPr lang="zh-CN" altLang="en-US" sz="24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699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338" name="TextBox 1"/>
          <p:cNvSpPr txBox="1"/>
          <p:nvPr>
            <p:custDataLst>
              <p:tags r:id="rId4"/>
            </p:custDataLst>
          </p:nvPr>
        </p:nvSpPr>
        <p:spPr>
          <a:xfrm>
            <a:off x="1538288" y="763588"/>
            <a:ext cx="39576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）起始信号与停止信号</a:t>
            </a:r>
            <a:endParaRPr lang="zh-CN" altLang="en-US" sz="28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39" name="TextBox 2"/>
          <p:cNvSpPr txBox="1"/>
          <p:nvPr>
            <p:custDataLst>
              <p:tags r:id="rId5"/>
            </p:custDataLst>
          </p:nvPr>
        </p:nvSpPr>
        <p:spPr>
          <a:xfrm>
            <a:off x="1558925" y="1412875"/>
            <a:ext cx="9493250" cy="1938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起始信号：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SCL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为高期间，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由高到低的跳变；启动信号是一种电平跳变时序信号，而不是一个电平信号。</a:t>
            </a:r>
            <a:endParaRPr lang="zh-CN" altLang="en-US" sz="20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停止信号：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SCL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为高期间，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由低到高的跳变；停止信号也是一种电平跳变时序信号，而不是一个电平信号。</a:t>
            </a:r>
            <a:endParaRPr lang="zh-CN" altLang="en-US" sz="20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704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135188" y="3500438"/>
            <a:ext cx="8586787" cy="269557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1747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386" name="TextBox 1"/>
          <p:cNvSpPr txBox="1"/>
          <p:nvPr>
            <p:custDataLst>
              <p:tags r:id="rId4"/>
            </p:custDataLst>
          </p:nvPr>
        </p:nvSpPr>
        <p:spPr>
          <a:xfrm>
            <a:off x="1055688" y="404813"/>
            <a:ext cx="2925763" cy="520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）应答信号</a:t>
            </a: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endParaRPr lang="en-US" altLang="zh-CN" sz="28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387" name="TextBox 2"/>
          <p:cNvSpPr txBox="1"/>
          <p:nvPr>
            <p:custDataLst>
              <p:tags r:id="rId5"/>
            </p:custDataLst>
          </p:nvPr>
        </p:nvSpPr>
        <p:spPr>
          <a:xfrm>
            <a:off x="984250" y="908050"/>
            <a:ext cx="10202863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发送器每发送一个字节，就在时钟脉冲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期间释放数据线，由接收器反馈一个应答信号。 应答信号为低电平时，规定为有效应答位（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简称应答位），表示接收器已经成功地接收了该字节；应答信号为高电平时，规定为非应答位（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NACK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），一般表示接收器接收该字节没有成功。 </a:t>
            </a:r>
            <a:endParaRPr lang="en-US" altLang="zh-CN" sz="20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对于反馈有效应答位</a:t>
            </a: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的要求是，接收器在第</a:t>
            </a: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个时钟脉冲之前的低电平期间将</a:t>
            </a: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线拉低，并且确保在该时钟的高电平期间为稳定的低电平。 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如果接收器是主控器，则在它收到最后一个字节后，发送一个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NACK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信号，以通知被控发送器结束数据发送，并释放</a:t>
            </a: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线，以便主控接收器发送一个停止信号。</a:t>
            </a:r>
            <a:endParaRPr lang="zh-CN" altLang="en-US" sz="20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752" name="Picture 2" descr="http://images.cnitblog.com/blog/470909/201305/28163733-f2536f0d40864a098760783845adc35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4292600"/>
            <a:ext cx="4606925" cy="22733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3795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434" name="TextBox 1"/>
          <p:cNvSpPr txBox="1"/>
          <p:nvPr>
            <p:custDataLst>
              <p:tags r:id="rId4"/>
            </p:custDataLst>
          </p:nvPr>
        </p:nvSpPr>
        <p:spPr>
          <a:xfrm>
            <a:off x="1068388" y="647700"/>
            <a:ext cx="25352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）数据有效性</a:t>
            </a:r>
            <a:endParaRPr lang="zh-CN" altLang="en-US" sz="28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35" name="TextBox 2"/>
          <p:cNvSpPr txBox="1"/>
          <p:nvPr>
            <p:custDataLst>
              <p:tags r:id="rId5"/>
            </p:custDataLst>
          </p:nvPr>
        </p:nvSpPr>
        <p:spPr>
          <a:xfrm>
            <a:off x="1503363" y="1412875"/>
            <a:ext cx="9185275" cy="2814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I2C</a:t>
            </a:r>
            <a:r>
              <a:rPr lang="zh-CN" altLang="en-US" sz="20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总线进行数据传送时，时钟信号为高电平期间，数据线上的数据必须保持稳定，只有在时钟线上的信号为低电平期间，数据线上的高电平或低电平状态才允许变化。 </a:t>
            </a:r>
            <a:endParaRPr lang="en-US" altLang="zh-CN" sz="20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即：数据在</a:t>
            </a:r>
            <a:r>
              <a:rPr lang="en-US" altLang="zh-CN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SCL</a:t>
            </a:r>
            <a:r>
              <a:rPr lang="zh-CN" altLang="en-US" sz="20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的上升沿到来之前就需准备好。并在在下降沿到来之前必须稳定。</a:t>
            </a:r>
            <a:br>
              <a:rPr lang="zh-CN" altLang="en-US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800" name="Picture 4" descr="http://images.cnitblog.com/blog/470909/201305/28163734-16f9cd046fe34ad89f098aa2d5179f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9650" y="3789363"/>
            <a:ext cx="8459788" cy="25717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5843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0482" name="TextBox 1"/>
          <p:cNvSpPr txBox="1"/>
          <p:nvPr>
            <p:custDataLst>
              <p:tags r:id="rId4"/>
            </p:custDataLst>
          </p:nvPr>
        </p:nvSpPr>
        <p:spPr>
          <a:xfrm>
            <a:off x="1006475" y="690563"/>
            <a:ext cx="2535238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8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）数据的传送</a:t>
            </a:r>
            <a:endParaRPr lang="zh-CN" altLang="en-US" sz="2800" b="1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83" name="TextBox 2"/>
          <p:cNvSpPr txBox="1"/>
          <p:nvPr>
            <p:custDataLst>
              <p:tags r:id="rId5"/>
            </p:custDataLst>
          </p:nvPr>
        </p:nvSpPr>
        <p:spPr>
          <a:xfrm>
            <a:off x="1487488" y="1555750"/>
            <a:ext cx="9709150" cy="17541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总线上传送的每一位数据都有一个时钟脉冲相对应（或同步控制），即在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SCL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串行时钟的配合下，在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SDA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上逐位地串行传送每一位数据。数据位的传输是边沿触发。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891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578" name="TextBox 1"/>
          <p:cNvSpPr txBox="1"/>
          <p:nvPr>
            <p:custDataLst>
              <p:tags r:id="rId4"/>
            </p:custDataLst>
          </p:nvPr>
        </p:nvSpPr>
        <p:spPr>
          <a:xfrm>
            <a:off x="1992313" y="1484313"/>
            <a:ext cx="3552825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ClrTx/>
              <a:buFont typeface="Wingdings" panose="05000000000000000000" pitchFamily="2" charset="2"/>
              <a:buChar char="u"/>
            </a:pPr>
            <a:r>
              <a:rPr lang="en-US" altLang="zh-CN" sz="28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EEPROM(24C02</a:t>
            </a:r>
            <a:r>
              <a:rPr lang="zh-CN" altLang="en-US" sz="28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579" name="TextBox 2"/>
          <p:cNvSpPr txBox="1"/>
          <p:nvPr>
            <p:custDataLst>
              <p:tags r:id="rId5"/>
            </p:custDataLst>
          </p:nvPr>
        </p:nvSpPr>
        <p:spPr>
          <a:xfrm>
            <a:off x="2381250" y="2349500"/>
            <a:ext cx="4243388" cy="11985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总容量是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256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2K/8)</a:t>
            </a:r>
            <a:r>
              <a:rPr lang="zh-CN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个字节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接口：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IIC</a:t>
            </a:r>
            <a:endParaRPr lang="en-US" altLang="zh-CN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896" name="Picture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586538" y="1514475"/>
            <a:ext cx="2552700" cy="182880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pic>
        <p:nvPicPr>
          <p:cNvPr id="37897" name="Picture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484688" y="3933825"/>
            <a:ext cx="3352800" cy="2028825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sp>
        <p:nvSpPr>
          <p:cNvPr id="37898" name="Rectangle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334963" y="404813"/>
            <a:ext cx="2735262" cy="5635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eaLnBrk="0" hangingPunct="0"/>
            <a:r>
              <a:rPr lang="en-US" altLang="zh-CN" sz="3600" b="1" dirty="0">
                <a:latin typeface="微软雅黑" panose="020B0503020204020204" charset="-122"/>
              </a:rPr>
              <a:t>AT24C02</a:t>
            </a:r>
            <a:endParaRPr lang="en-US" altLang="zh-CN" sz="3600" b="1" dirty="0">
              <a:latin typeface="微软雅黑" panose="020B0503020204020204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4963" y="404813"/>
            <a:ext cx="2735262" cy="5635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eaLnBrk="0" hangingPunct="0"/>
            <a:r>
              <a:rPr lang="en-US" altLang="zh-CN" sz="3600" b="1" dirty="0">
                <a:latin typeface="微软雅黑" panose="020B0503020204020204" charset="-122"/>
              </a:rPr>
              <a:t>AT24C02</a:t>
            </a:r>
            <a:endParaRPr lang="en-US" altLang="zh-CN" sz="3600" b="1" dirty="0">
              <a:latin typeface="微软雅黑" panose="020B0503020204020204" charset="-122"/>
            </a:endParaRPr>
          </a:p>
        </p:txBody>
      </p:sp>
      <p:sp>
        <p:nvSpPr>
          <p:cNvPr id="20483" name="TextBox 2"/>
          <p:cNvSpPr txBox="1"/>
          <p:nvPr>
            <p:custDataLst>
              <p:tags r:id="rId2"/>
            </p:custDataLst>
          </p:nvPr>
        </p:nvSpPr>
        <p:spPr>
          <a:xfrm>
            <a:off x="1487488" y="1339850"/>
            <a:ext cx="9709150" cy="5078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b="1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如何读懂一个芯片数据手册？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原则：一个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DataSheet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里的内容跟一定是想要教会你如何使用这个芯片！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b="1" noProof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说白了就是找到数据然后拿过来用！</a:t>
            </a:r>
            <a:endParaRPr lang="zh-CN" altLang="en-US" sz="2400" b="1" noProof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设备，通信主要掌握以下要点：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）我想跟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设备通信，它的设备地址是什么？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）我们要找的数据在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设备的哪个寄存器里？寄存器的地址又是什么？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）数据的存放格式是什么样子？我们取过来数据以后怎么转换成自己需要的有用信息？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）有没有什么特别的操作步骤？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tx2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" name="等腰三角形 9"/>
          <p:cNvSpPr/>
          <p:nvPr userDrawn="1">
            <p:custDataLst>
              <p:tags r:id="rId1"/>
            </p:custDataLst>
          </p:nvPr>
        </p:nvSpPr>
        <p:spPr>
          <a:xfrm rot="2315082">
            <a:off x="1719263" y="6078538"/>
            <a:ext cx="400050" cy="346075"/>
          </a:xfrm>
          <a:prstGeom prst="triangle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>
            <a:outerShdw blurRad="342900" sx="114000" sy="114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lvl="0" algn="ctr" fontAlgn="base"/>
            <a:endParaRPr lang="zh-CN" altLang="en-US" sz="1200" strike="noStrike" baseline="0" noProof="1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1987" name="组合 10"/>
          <p:cNvGrpSpPr/>
          <p:nvPr/>
        </p:nvGrpSpPr>
        <p:grpSpPr>
          <a:xfrm rot="1322092">
            <a:off x="9872663" y="388938"/>
            <a:ext cx="585787" cy="503237"/>
            <a:chOff x="11170458" y="527508"/>
            <a:chExt cx="780362" cy="670898"/>
          </a:xfrm>
        </p:grpSpPr>
        <p:sp>
          <p:nvSpPr>
            <p:cNvPr id="12" name="等腰三角形 11"/>
            <p:cNvSpPr/>
            <p:nvPr userDrawn="1">
              <p:custDataLst>
                <p:tags r:id="rId2"/>
              </p:custDataLst>
            </p:nvPr>
          </p:nvSpPr>
          <p:spPr>
            <a:xfrm rot="693652" flipV="1">
              <a:off x="11170458" y="920188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3"/>
              </p:custDataLst>
            </p:nvPr>
          </p:nvSpPr>
          <p:spPr>
            <a:xfrm rot="18492899" flipV="1">
              <a:off x="11650344" y="549766"/>
              <a:ext cx="322734" cy="278218"/>
            </a:xfrm>
            <a:prstGeom prst="triangle">
              <a:avLst/>
            </a:prstGeom>
            <a:gradFill flip="none" rotWithShape="1">
              <a:gsLst>
                <a:gs pos="0">
                  <a:schemeClr val="bg2"/>
                </a:gs>
                <a:gs pos="100000">
                  <a:schemeClr val="tx2"/>
                </a:gs>
              </a:gsLst>
              <a:lin ang="0" scaled="0"/>
            </a:gradFill>
            <a:ln>
              <a:noFill/>
            </a:ln>
            <a:effectLst>
              <a:outerShdw blurRad="342900" sx="114000" sy="114000" algn="ctr" rotWithShape="0">
                <a:schemeClr val="accent1">
                  <a:lumMod val="50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lvl="0" algn="ctr" fontAlgn="base"/>
              <a:endParaRPr lang="zh-CN" altLang="en-US" sz="1200" strike="noStrike" baseline="0" noProof="1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1990" name="Rectangle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34963" y="404813"/>
            <a:ext cx="2735262" cy="563562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eaLnBrk="0" hangingPunct="0"/>
            <a:r>
              <a:rPr lang="en-US" altLang="zh-CN" sz="3600" b="1" dirty="0">
                <a:latin typeface="微软雅黑" panose="020B0503020204020204" charset="-122"/>
              </a:rPr>
              <a:t> 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</a:rPr>
              <a:t>程序设计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3" name="TextBox 2"/>
          <p:cNvSpPr txBox="1"/>
          <p:nvPr>
            <p:custDataLst>
              <p:tags r:id="rId5"/>
            </p:custDataLst>
          </p:nvPr>
        </p:nvSpPr>
        <p:spPr>
          <a:xfrm>
            <a:off x="1487488" y="1555750"/>
            <a:ext cx="97091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选择：模拟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  or   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 </a:t>
            </a:r>
            <a:endParaRPr lang="en-US" altLang="zh-CN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对于模拟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）初始化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口（想一下初始化为什么模式？）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）设计</a:t>
            </a: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I2C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的读写程序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Tx/>
              <a:buFontTx/>
            </a:pPr>
            <a:r>
              <a:rPr lang="en-US" altLang="zh-CN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noProof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）按照芯片手册上的读写步骤进行编程</a:t>
            </a:r>
            <a:endParaRPr lang="zh-CN" altLang="en-US" sz="2400" noProof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3" name="图片 99"/>
          <p:cNvPicPr/>
          <p:nvPr>
            <p:custDataLst>
              <p:tags r:id="rId1"/>
            </p:custDataLst>
          </p:nvPr>
        </p:nvPicPr>
        <p:blipFill>
          <a:blip r:embed="rId2"/>
          <a:srcRect l="2748" t="13858" r="2869" b="6583"/>
          <a:stretch>
            <a:fillRect/>
          </a:stretch>
        </p:blipFill>
        <p:spPr>
          <a:xfrm>
            <a:off x="965200" y="333375"/>
            <a:ext cx="6859588" cy="3062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4" name="图片 1"/>
          <p:cNvPicPr/>
          <p:nvPr>
            <p:custDataLst>
              <p:tags r:id="rId3"/>
            </p:custDataLst>
          </p:nvPr>
        </p:nvPicPr>
        <p:blipFill>
          <a:blip r:embed="rId2"/>
          <a:srcRect l="2747" t="13860" r="2869" b="6583"/>
          <a:stretch>
            <a:fillRect/>
          </a:stretch>
        </p:blipFill>
        <p:spPr>
          <a:xfrm>
            <a:off x="984250" y="3573463"/>
            <a:ext cx="6819900" cy="3046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486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84520_1"/>
  <p:tag name="KSO_WM_TEMPLATE_CATEGORY" val="custom"/>
  <p:tag name="KSO_WM_TEMPLATE_INDEX" val="20184862"/>
  <p:tag name="KSO_WM_TEMPLATE_SUBCATEGORY" val="0"/>
  <p:tag name="KSO_WM_TEMPLATE_THUMBS_INDEX" val="1、6、7、8、10、22、30"/>
  <p:tag name="KSO_WM_UNIT_SHOW_EDIT_AREA_INDICATION" val="0"/>
  <p:tag name="KSO_WM_TEMPLATE_MASTER_TYPE" val="1"/>
  <p:tag name="KSO_WM_TEMPLATE_COLOR_TYPE" val="0"/>
  <p:tag name="KSO_WM_TEMPLATE_MASTER_THUMB_INDEX" val="1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3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15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77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178.xml><?xml version="1.0" encoding="utf-8"?>
<p:tagLst xmlns:p="http://schemas.openxmlformats.org/presentationml/2006/main">
  <p:tag name="KSO_WM_UNIT_SHADOW_SCHEMECOLOR_INDEX_BRIGHTNESS" val="0"/>
  <p:tag name="KSO_WM_UNIT_SHADOW_SCHEMECOLOR_INDEX" val="16"/>
</p:tagLst>
</file>

<file path=ppt/tags/tag17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18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8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SHADOW_SCHEMECOLOR_INDEX_BRIGHTNESS" val="-0.5"/>
  <p:tag name="KSO_WM_UNIT_SHADOW_SCHEMECOLOR_INDEX" val="5"/>
  <p:tag name="KSO_WM_UNIT_TEXT_FILL_FORE_SCHEMECOLOR_INDEX_BRIGHTNESS" val="0"/>
  <p:tag name="KSO_WM_UNIT_TEXT_FILL_FORE_SCHEMECOLOR_INDEX" val="7"/>
  <p:tag name="KSO_WM_UNIT_TEXT_FILL_TYPE" val="1"/>
</p:tagLst>
</file>

<file path=ppt/tags/tag18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BEAUTIFY_FLAG" val=""/>
</p:tagLst>
</file>

<file path=ppt/tags/tag1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</p:tagLst>
</file>

<file path=ppt/tags/tag18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commondata" val="eyJoZGlkIjoiZWY4OTJjMmQxNDQ2NDZhZWQwNDU0NmI5NmY5NThjMDMifQ=="/>
</p:tagLst>
</file>

<file path=ppt/theme/theme1.xml><?xml version="1.0" encoding="utf-8"?>
<a:theme xmlns:a="http://schemas.openxmlformats.org/drawingml/2006/main" name="143TGp_happy_light_v2_e">
  <a:themeElements>
    <a:clrScheme name="143TGp_happy_light_v2_e 1">
      <a:dk1>
        <a:srgbClr val="000066"/>
      </a:dk1>
      <a:lt1>
        <a:srgbClr val="FFFFFF"/>
      </a:lt1>
      <a:dk2>
        <a:srgbClr val="1D7ACF"/>
      </a:dk2>
      <a:lt2>
        <a:srgbClr val="C0C0C0"/>
      </a:lt2>
      <a:accent1>
        <a:srgbClr val="189E8E"/>
      </a:accent1>
      <a:accent2>
        <a:srgbClr val="E0BB20"/>
      </a:accent2>
      <a:accent3>
        <a:srgbClr val="FFFFFF"/>
      </a:accent3>
      <a:accent4>
        <a:srgbClr val="000056"/>
      </a:accent4>
      <a:accent5>
        <a:srgbClr val="ABCCC6"/>
      </a:accent5>
      <a:accent6>
        <a:srgbClr val="CBA91C"/>
      </a:accent6>
      <a:hlink>
        <a:srgbClr val="5AA5DE"/>
      </a:hlink>
      <a:folHlink>
        <a:srgbClr val="9885A3"/>
      </a:folHlink>
    </a:clrScheme>
    <a:fontScheme name="143TGp_happy_light_v2_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143TGp_happy_light_v2_e 1">
        <a:dk1>
          <a:srgbClr val="000066"/>
        </a:dk1>
        <a:lt1>
          <a:srgbClr val="FFFFFF"/>
        </a:lt1>
        <a:dk2>
          <a:srgbClr val="1D7ACF"/>
        </a:dk2>
        <a:lt2>
          <a:srgbClr val="C0C0C0"/>
        </a:lt2>
        <a:accent1>
          <a:srgbClr val="189E8E"/>
        </a:accent1>
        <a:accent2>
          <a:srgbClr val="E0BB20"/>
        </a:accent2>
        <a:accent3>
          <a:srgbClr val="FFFFFF"/>
        </a:accent3>
        <a:accent4>
          <a:srgbClr val="000056"/>
        </a:accent4>
        <a:accent5>
          <a:srgbClr val="ABCCC6"/>
        </a:accent5>
        <a:accent6>
          <a:srgbClr val="CBA91C"/>
        </a:accent6>
        <a:hlink>
          <a:srgbClr val="5AA5DE"/>
        </a:hlink>
        <a:folHlink>
          <a:srgbClr val="9885A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3TGp_happy_light_v2_e 2">
        <a:dk1>
          <a:srgbClr val="000066"/>
        </a:dk1>
        <a:lt1>
          <a:srgbClr val="FFFFFF"/>
        </a:lt1>
        <a:dk2>
          <a:srgbClr val="238D3F"/>
        </a:dk2>
        <a:lt2>
          <a:srgbClr val="DDDDDD"/>
        </a:lt2>
        <a:accent1>
          <a:srgbClr val="808080"/>
        </a:accent1>
        <a:accent2>
          <a:srgbClr val="CC9900"/>
        </a:accent2>
        <a:accent3>
          <a:srgbClr val="FFFFFF"/>
        </a:accent3>
        <a:accent4>
          <a:srgbClr val="000056"/>
        </a:accent4>
        <a:accent5>
          <a:srgbClr val="C0C0C0"/>
        </a:accent5>
        <a:accent6>
          <a:srgbClr val="B98A00"/>
        </a:accent6>
        <a:hlink>
          <a:srgbClr val="D9C741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3TGp_happy_light_v2_e 3">
        <a:dk1>
          <a:srgbClr val="000066"/>
        </a:dk1>
        <a:lt1>
          <a:srgbClr val="FFFFFF"/>
        </a:lt1>
        <a:dk2>
          <a:srgbClr val="D75F1D"/>
        </a:dk2>
        <a:lt2>
          <a:srgbClr val="DDDDDD"/>
        </a:lt2>
        <a:accent1>
          <a:srgbClr val="3885A0"/>
        </a:accent1>
        <a:accent2>
          <a:srgbClr val="3399FF"/>
        </a:accent2>
        <a:accent3>
          <a:srgbClr val="FFFFFF"/>
        </a:accent3>
        <a:accent4>
          <a:srgbClr val="000056"/>
        </a:accent4>
        <a:accent5>
          <a:srgbClr val="AEC2CD"/>
        </a:accent5>
        <a:accent6>
          <a:srgbClr val="2D8AE7"/>
        </a:accent6>
        <a:hlink>
          <a:srgbClr val="4B67B7"/>
        </a:hlink>
        <a:folHlink>
          <a:srgbClr val="7B6A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CFF3FA"/>
      </a:dk2>
      <a:lt2>
        <a:srgbClr val="FDE7E6"/>
      </a:lt2>
      <a:accent1>
        <a:srgbClr val="5EB6DD"/>
      </a:accent1>
      <a:accent2>
        <a:srgbClr val="5FACEB"/>
      </a:accent2>
      <a:accent3>
        <a:srgbClr val="759EEF"/>
      </a:accent3>
      <a:accent4>
        <a:srgbClr val="9389E8"/>
      </a:accent4>
      <a:accent5>
        <a:srgbClr val="B870D8"/>
      </a:accent5>
      <a:accent6>
        <a:srgbClr val="D54CBA"/>
      </a:accent6>
      <a:hlink>
        <a:srgbClr val="46ABD9"/>
      </a:hlink>
      <a:folHlink>
        <a:srgbClr val="AB69AE"/>
      </a:folHlink>
    </a:clrScheme>
    <a:fontScheme name="商务风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143TGp_happy_light_v2_e</Template>
  <TotalTime>0</TotalTime>
  <Words>1380</Words>
  <Application>WPS 演示</Application>
  <PresentationFormat>全屏显示(4:3)</PresentationFormat>
  <Paragraphs>61</Paragraphs>
  <Slides>11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Verdana</vt:lpstr>
      <vt:lpstr>Arial Black</vt:lpstr>
      <vt:lpstr>微软雅黑</vt:lpstr>
      <vt:lpstr>汉仪旗黑-85S</vt:lpstr>
      <vt:lpstr>黑体</vt:lpstr>
      <vt:lpstr>Arial Unicode MS</vt:lpstr>
      <vt:lpstr>Calibri</vt:lpstr>
      <vt:lpstr>143TGp_happy_light_v2_e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gpdi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Themegallery PowerTemplate</dc:title>
  <dc:creator>cdq</dc:creator>
  <cp:lastModifiedBy>王鸿飞</cp:lastModifiedBy>
  <cp:revision>274</cp:revision>
  <dcterms:created xsi:type="dcterms:W3CDTF">2006-12-31T06:56:00Z</dcterms:created>
  <dcterms:modified xsi:type="dcterms:W3CDTF">2023-12-11T16:07:50Z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26C59AD8AB204609BAAD618FE6985170_13</vt:lpwstr>
  </property>
  <property fmtid="{D5CDD505-2E9C-101B-9397-08002B2CF9AE}" pid="3" name="KSOProductBuildVer">
    <vt:lpwstr>2052-12.1.0.15990</vt:lpwstr>
  </property>
</Properties>
</file>